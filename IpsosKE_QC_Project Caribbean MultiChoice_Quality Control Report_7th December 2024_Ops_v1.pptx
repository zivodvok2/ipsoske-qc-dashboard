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bookmarkIdSeed="6">
  <p:sldMasterIdLst>
    <p:sldMasterId id="2147484377" r:id="rId4"/>
  </p:sldMasterIdLst>
  <p:notesMasterIdLst>
    <p:notesMasterId r:id="rId38"/>
  </p:notesMasterIdLst>
  <p:handoutMasterIdLst>
    <p:handoutMasterId r:id="rId39"/>
  </p:handoutMasterIdLst>
  <p:sldIdLst>
    <p:sldId id="2144446252" r:id="rId5"/>
    <p:sldId id="2144446348" r:id="rId6"/>
    <p:sldId id="2144446188" r:id="rId7"/>
    <p:sldId id="2144446308" r:id="rId8"/>
    <p:sldId id="2144446320" r:id="rId9"/>
    <p:sldId id="2144446354" r:id="rId10"/>
    <p:sldId id="2144446332" r:id="rId11"/>
    <p:sldId id="2144446341" r:id="rId12"/>
    <p:sldId id="2144446334" r:id="rId13"/>
    <p:sldId id="2144446335" r:id="rId14"/>
    <p:sldId id="2144446349" r:id="rId15"/>
    <p:sldId id="2147197531" r:id="rId16"/>
    <p:sldId id="2147197533" r:id="rId17"/>
    <p:sldId id="2147197540" r:id="rId18"/>
    <p:sldId id="2147197539" r:id="rId19"/>
    <p:sldId id="2147197546" r:id="rId20"/>
    <p:sldId id="2147197545" r:id="rId21"/>
    <p:sldId id="2147197542" r:id="rId22"/>
    <p:sldId id="2147197543" r:id="rId23"/>
    <p:sldId id="2147197544" r:id="rId24"/>
    <p:sldId id="2147197547" r:id="rId25"/>
    <p:sldId id="2144446340" r:id="rId26"/>
    <p:sldId id="2147197536" r:id="rId27"/>
    <p:sldId id="2147197535" r:id="rId28"/>
    <p:sldId id="2144446355" r:id="rId29"/>
    <p:sldId id="2144446337" r:id="rId30"/>
    <p:sldId id="2144446338" r:id="rId31"/>
    <p:sldId id="2144446343" r:id="rId32"/>
    <p:sldId id="2144446344" r:id="rId33"/>
    <p:sldId id="2147197530" r:id="rId34"/>
    <p:sldId id="2144446224" r:id="rId35"/>
    <p:sldId id="407" r:id="rId36"/>
    <p:sldId id="2144446280" r:id="rId37"/>
  </p:sldIdLst>
  <p:sldSz cx="12192000" cy="6858000"/>
  <p:notesSz cx="6858000" cy="9144000"/>
  <p:embeddedFontLst>
    <p:embeddedFont>
      <p:font typeface="Aharoni" panose="02010803020104030203" pitchFamily="2" charset="-79"/>
      <p:bold r:id="rId40"/>
    </p:embeddedFont>
    <p:embeddedFont>
      <p:font typeface="Arial Black" panose="020B0A04020102020204" pitchFamily="34" charset="0"/>
      <p:bold r:id="rId41"/>
    </p:embeddedFont>
    <p:embeddedFont>
      <p:font typeface="Barlow" panose="00000500000000000000" pitchFamily="2" charset="0"/>
      <p:regular r:id="rId42"/>
      <p:bold r:id="rId43"/>
      <p:italic r:id="rId44"/>
      <p:boldItalic r:id="rId45"/>
    </p:embeddedFont>
    <p:embeddedFont>
      <p:font typeface="Barlow Medium" panose="00000600000000000000" pitchFamily="2" charset="0"/>
      <p:regular r:id="rId46"/>
      <p:italic r:id="rId47"/>
    </p:embeddedFont>
    <p:embeddedFont>
      <p:font typeface="Wingdings 2" panose="05020102010507070707" pitchFamily="18" charset="2"/>
      <p:regular r:id="rId48"/>
    </p:embeddedFont>
  </p:embeddedFontLst>
  <p:custDataLst>
    <p:tags r:id="rId49"/>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Template" id="{478143B8-0C8F-4CD4-AA66-53370CBF439F}">
          <p14:sldIdLst>
            <p14:sldId id="2144446252"/>
            <p14:sldId id="2144446348"/>
            <p14:sldId id="2144446188"/>
            <p14:sldId id="2144446308"/>
            <p14:sldId id="2144446320"/>
            <p14:sldId id="2144446354"/>
            <p14:sldId id="2144446332"/>
            <p14:sldId id="2144446341"/>
            <p14:sldId id="2144446334"/>
            <p14:sldId id="2144446335"/>
            <p14:sldId id="2144446349"/>
            <p14:sldId id="2147197531"/>
            <p14:sldId id="2147197533"/>
            <p14:sldId id="2147197540"/>
            <p14:sldId id="2147197539"/>
            <p14:sldId id="2147197546"/>
            <p14:sldId id="2147197545"/>
            <p14:sldId id="2147197542"/>
            <p14:sldId id="2147197543"/>
            <p14:sldId id="2147197544"/>
            <p14:sldId id="2147197547"/>
            <p14:sldId id="2144446340"/>
            <p14:sldId id="2147197536"/>
            <p14:sldId id="2147197535"/>
            <p14:sldId id="2144446355"/>
            <p14:sldId id="2144446337"/>
            <p14:sldId id="2144446338"/>
            <p14:sldId id="2144446343"/>
            <p14:sldId id="2144446344"/>
            <p14:sldId id="2147197530"/>
            <p14:sldId id="2144446224"/>
            <p14:sldId id="407"/>
            <p14:sldId id="214444628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4A019A-6131-7FDA-9F18-22D85D2D75F9}" name="Julia Nurse" initials="JN" userId="S::julia.nurse@Ipsos.com::a0f02c22-5676-46e0-8925-6d7c362bef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main Carette" initials="RC" lastIdx="1" clrIdx="0">
    <p:extLst>
      <p:ext uri="{19B8F6BF-5375-455C-9EA6-DF929625EA0E}">
        <p15:presenceInfo xmlns:p15="http://schemas.microsoft.com/office/powerpoint/2012/main" userId="f5b5fcd6593eb51e" providerId="Windows Live"/>
      </p:ext>
    </p:extLst>
  </p:cmAuthor>
  <p:cmAuthor id="2" name="Julia Nurse" initials="JN" lastIdx="80" clrIdx="1">
    <p:extLst>
      <p:ext uri="{19B8F6BF-5375-455C-9EA6-DF929625EA0E}">
        <p15:presenceInfo xmlns:p15="http://schemas.microsoft.com/office/powerpoint/2012/main" userId="S::julia.nurse@Ipsos.com::a0f02c22-5676-46e0-8925-6d7c362befa2" providerId="AD"/>
      </p:ext>
    </p:extLst>
  </p:cmAuthor>
  <p:cmAuthor id="3" name="Ian Jarvis" initials="IJ" lastIdx="14" clrIdx="2">
    <p:extLst>
      <p:ext uri="{19B8F6BF-5375-455C-9EA6-DF929625EA0E}">
        <p15:presenceInfo xmlns:p15="http://schemas.microsoft.com/office/powerpoint/2012/main" userId="S-1-5-21-3343930222-3471731563-1258133589-336814" providerId="AD"/>
      </p:ext>
    </p:extLst>
  </p:cmAuthor>
  <p:cmAuthor id="4" name="Hannah Williams" initials="HW" lastIdx="3" clrIdx="3">
    <p:extLst>
      <p:ext uri="{19B8F6BF-5375-455C-9EA6-DF929625EA0E}">
        <p15:presenceInfo xmlns:p15="http://schemas.microsoft.com/office/powerpoint/2012/main" userId="S::hannah.williams@ipsos.com::5910482a-1124-4d8f-8118-860f2cd0264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DA51"/>
    <a:srgbClr val="103C50"/>
    <a:srgbClr val="2DB574"/>
    <a:srgbClr val="9FE5D8"/>
    <a:srgbClr val="1DAFAD"/>
    <a:srgbClr val="E50158"/>
    <a:srgbClr val="FF740F"/>
    <a:srgbClr val="452567"/>
    <a:srgbClr val="000000"/>
    <a:srgbClr val="A5CE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A39B00-9C47-4116-84F5-4854052E3C67}" v="143" dt="2025-04-29T16:08:12.12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03" autoAdjust="0"/>
    <p:restoredTop sz="96081" autoAdjust="0"/>
  </p:normalViewPr>
  <p:slideViewPr>
    <p:cSldViewPr snapToGrid="0" showGuides="1">
      <p:cViewPr varScale="1">
        <p:scale>
          <a:sx n="63" d="100"/>
          <a:sy n="63" d="100"/>
        </p:scale>
        <p:origin x="760" y="5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5160"/>
    </p:cViewPr>
  </p:sorterViewPr>
  <p:notesViewPr>
    <p:cSldViewPr snapToGrid="0" showGuides="1">
      <p:cViewPr>
        <p:scale>
          <a:sx n="75" d="100"/>
          <a:sy n="75" d="100"/>
        </p:scale>
        <p:origin x="4008" y="2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font" Target="fonts/font9.fntdata"/><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font" Target="fonts/font2.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5.fntdata"/><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lins Ogutu" userId="291a2b64-dc0e-4f9b-b0c7-635d23eb4324" providerId="ADAL" clId="{28A39B00-9C47-4116-84F5-4854052E3C67}"/>
    <pc:docChg chg="undo custSel addSld delSld modSld sldOrd modSection">
      <pc:chgData name="Collins Ogutu" userId="291a2b64-dc0e-4f9b-b0c7-635d23eb4324" providerId="ADAL" clId="{28A39B00-9C47-4116-84F5-4854052E3C67}" dt="2025-04-29T16:11:58.620" v="1393" actId="20577"/>
      <pc:docMkLst>
        <pc:docMk/>
      </pc:docMkLst>
      <pc:sldChg chg="modSp mod">
        <pc:chgData name="Collins Ogutu" userId="291a2b64-dc0e-4f9b-b0c7-635d23eb4324" providerId="ADAL" clId="{28A39B00-9C47-4116-84F5-4854052E3C67}" dt="2025-04-29T15:59:48.721" v="1169" actId="33524"/>
        <pc:sldMkLst>
          <pc:docMk/>
          <pc:sldMk cId="435326559" sldId="407"/>
        </pc:sldMkLst>
        <pc:spChg chg="mod">
          <ac:chgData name="Collins Ogutu" userId="291a2b64-dc0e-4f9b-b0c7-635d23eb4324" providerId="ADAL" clId="{28A39B00-9C47-4116-84F5-4854052E3C67}" dt="2025-04-29T15:59:48.721" v="1169" actId="33524"/>
          <ac:spMkLst>
            <pc:docMk/>
            <pc:sldMk cId="435326559" sldId="407"/>
            <ac:spMk id="22" creationId="{301C559C-1139-4318-9106-2EC1DBA54D80}"/>
          </ac:spMkLst>
        </pc:spChg>
      </pc:sldChg>
      <pc:sldChg chg="modSp">
        <pc:chgData name="Collins Ogutu" userId="291a2b64-dc0e-4f9b-b0c7-635d23eb4324" providerId="ADAL" clId="{28A39B00-9C47-4116-84F5-4854052E3C67}" dt="2025-04-29T15:20:56.813" v="0" actId="14826"/>
        <pc:sldMkLst>
          <pc:docMk/>
          <pc:sldMk cId="3664655459" sldId="2144446252"/>
        </pc:sldMkLst>
        <pc:picChg chg="mod">
          <ac:chgData name="Collins Ogutu" userId="291a2b64-dc0e-4f9b-b0c7-635d23eb4324" providerId="ADAL" clId="{28A39B00-9C47-4116-84F5-4854052E3C67}" dt="2025-04-29T15:20:56.813" v="0" actId="14826"/>
          <ac:picMkLst>
            <pc:docMk/>
            <pc:sldMk cId="3664655459" sldId="2144446252"/>
            <ac:picMk id="54" creationId="{2EE3F0BA-19F1-AB95-6E7E-0F34DF72C18C}"/>
          </ac:picMkLst>
        </pc:picChg>
      </pc:sldChg>
      <pc:sldChg chg="addSp delSp modSp add mod ord">
        <pc:chgData name="Collins Ogutu" userId="291a2b64-dc0e-4f9b-b0c7-635d23eb4324" providerId="ADAL" clId="{28A39B00-9C47-4116-84F5-4854052E3C67}" dt="2025-04-29T16:02:31.586" v="1199"/>
        <pc:sldMkLst>
          <pc:docMk/>
          <pc:sldMk cId="172729386" sldId="2144446334"/>
        </pc:sldMkLst>
        <pc:spChg chg="del">
          <ac:chgData name="Collins Ogutu" userId="291a2b64-dc0e-4f9b-b0c7-635d23eb4324" providerId="ADAL" clId="{28A39B00-9C47-4116-84F5-4854052E3C67}" dt="2025-04-29T15:39:54.296" v="494" actId="478"/>
          <ac:spMkLst>
            <pc:docMk/>
            <pc:sldMk cId="172729386" sldId="2144446334"/>
            <ac:spMk id="4" creationId="{00460990-B8CD-BE2E-20F6-9000A26F1538}"/>
          </ac:spMkLst>
        </pc:spChg>
        <pc:spChg chg="add mod">
          <ac:chgData name="Collins Ogutu" userId="291a2b64-dc0e-4f9b-b0c7-635d23eb4324" providerId="ADAL" clId="{28A39B00-9C47-4116-84F5-4854052E3C67}" dt="2025-04-29T15:40:34.393" v="513" actId="20577"/>
          <ac:spMkLst>
            <pc:docMk/>
            <pc:sldMk cId="172729386" sldId="2144446334"/>
            <ac:spMk id="5" creationId="{9B627822-0644-1400-17CD-43A8022B5029}"/>
          </ac:spMkLst>
        </pc:spChg>
        <pc:spChg chg="del">
          <ac:chgData name="Collins Ogutu" userId="291a2b64-dc0e-4f9b-b0c7-635d23eb4324" providerId="ADAL" clId="{28A39B00-9C47-4116-84F5-4854052E3C67}" dt="2025-04-29T15:41:15.145" v="514" actId="478"/>
          <ac:spMkLst>
            <pc:docMk/>
            <pc:sldMk cId="172729386" sldId="2144446334"/>
            <ac:spMk id="9" creationId="{EB975DA1-2E4E-2EFE-EF36-81305FB8E257}"/>
          </ac:spMkLst>
        </pc:spChg>
        <pc:spChg chg="mod">
          <ac:chgData name="Collins Ogutu" userId="291a2b64-dc0e-4f9b-b0c7-635d23eb4324" providerId="ADAL" clId="{28A39B00-9C47-4116-84F5-4854052E3C67}" dt="2025-04-29T15:41:37.112" v="516" actId="1076"/>
          <ac:spMkLst>
            <pc:docMk/>
            <pc:sldMk cId="172729386" sldId="2144446334"/>
            <ac:spMk id="19" creationId="{D24E79B6-546F-DF4D-7136-1910E5B080E6}"/>
          </ac:spMkLst>
        </pc:spChg>
        <pc:spChg chg="mod">
          <ac:chgData name="Collins Ogutu" userId="291a2b64-dc0e-4f9b-b0c7-635d23eb4324" providerId="ADAL" clId="{28A39B00-9C47-4116-84F5-4854052E3C67}" dt="2025-04-29T15:41:27.544" v="515" actId="1076"/>
          <ac:spMkLst>
            <pc:docMk/>
            <pc:sldMk cId="172729386" sldId="2144446334"/>
            <ac:spMk id="20" creationId="{3F5B2C9F-91DD-6D2C-F6DD-E0F650104E4D}"/>
          </ac:spMkLst>
        </pc:spChg>
        <pc:spChg chg="mod">
          <ac:chgData name="Collins Ogutu" userId="291a2b64-dc0e-4f9b-b0c7-635d23eb4324" providerId="ADAL" clId="{28A39B00-9C47-4116-84F5-4854052E3C67}" dt="2025-04-29T15:41:56.060" v="518" actId="1076"/>
          <ac:spMkLst>
            <pc:docMk/>
            <pc:sldMk cId="172729386" sldId="2144446334"/>
            <ac:spMk id="21" creationId="{E36612C8-A7BC-3BB7-A48F-DC7469448415}"/>
          </ac:spMkLst>
        </pc:spChg>
        <pc:spChg chg="mod">
          <ac:chgData name="Collins Ogutu" userId="291a2b64-dc0e-4f9b-b0c7-635d23eb4324" providerId="ADAL" clId="{28A39B00-9C47-4116-84F5-4854052E3C67}" dt="2025-04-29T15:42:17.961" v="519" actId="20577"/>
          <ac:spMkLst>
            <pc:docMk/>
            <pc:sldMk cId="172729386" sldId="2144446334"/>
            <ac:spMk id="22" creationId="{AA1F2B28-D073-3C7D-4C30-0EDC2E67D3F6}"/>
          </ac:spMkLst>
        </pc:spChg>
        <pc:spChg chg="mod">
          <ac:chgData name="Collins Ogutu" userId="291a2b64-dc0e-4f9b-b0c7-635d23eb4324" providerId="ADAL" clId="{28A39B00-9C47-4116-84F5-4854052E3C67}" dt="2025-04-29T15:41:56.060" v="518" actId="1076"/>
          <ac:spMkLst>
            <pc:docMk/>
            <pc:sldMk cId="172729386" sldId="2144446334"/>
            <ac:spMk id="39" creationId="{57A6287E-8ED8-0644-D3EB-D4DB332746B9}"/>
          </ac:spMkLst>
        </pc:spChg>
        <pc:spChg chg="del">
          <ac:chgData name="Collins Ogutu" userId="291a2b64-dc0e-4f9b-b0c7-635d23eb4324" providerId="ADAL" clId="{28A39B00-9C47-4116-84F5-4854052E3C67}" dt="2025-04-29T15:41:15.145" v="514" actId="478"/>
          <ac:spMkLst>
            <pc:docMk/>
            <pc:sldMk cId="172729386" sldId="2144446334"/>
            <ac:spMk id="43" creationId="{99CA3F98-9F5A-9000-B489-BC25A7AE56F2}"/>
          </ac:spMkLst>
        </pc:spChg>
        <pc:spChg chg="mod">
          <ac:chgData name="Collins Ogutu" userId="291a2b64-dc0e-4f9b-b0c7-635d23eb4324" providerId="ADAL" clId="{28A39B00-9C47-4116-84F5-4854052E3C67}" dt="2025-04-29T15:41:47.150" v="517" actId="1076"/>
          <ac:spMkLst>
            <pc:docMk/>
            <pc:sldMk cId="172729386" sldId="2144446334"/>
            <ac:spMk id="46" creationId="{C6B2D48E-71C3-D19B-168B-46D541966DC8}"/>
          </ac:spMkLst>
        </pc:spChg>
        <pc:spChg chg="mod">
          <ac:chgData name="Collins Ogutu" userId="291a2b64-dc0e-4f9b-b0c7-635d23eb4324" providerId="ADAL" clId="{28A39B00-9C47-4116-84F5-4854052E3C67}" dt="2025-04-29T15:41:37.112" v="516" actId="1076"/>
          <ac:spMkLst>
            <pc:docMk/>
            <pc:sldMk cId="172729386" sldId="2144446334"/>
            <ac:spMk id="47" creationId="{F67AC40E-2673-2913-77B5-AD3FCC37EF6E}"/>
          </ac:spMkLst>
        </pc:spChg>
        <pc:spChg chg="mod">
          <ac:chgData name="Collins Ogutu" userId="291a2b64-dc0e-4f9b-b0c7-635d23eb4324" providerId="ADAL" clId="{28A39B00-9C47-4116-84F5-4854052E3C67}" dt="2025-04-29T15:41:27.544" v="515" actId="1076"/>
          <ac:spMkLst>
            <pc:docMk/>
            <pc:sldMk cId="172729386" sldId="2144446334"/>
            <ac:spMk id="48" creationId="{02271383-43F3-2109-B0B9-0DB392D38690}"/>
          </ac:spMkLst>
        </pc:spChg>
        <pc:picChg chg="mod">
          <ac:chgData name="Collins Ogutu" userId="291a2b64-dc0e-4f9b-b0c7-635d23eb4324" providerId="ADAL" clId="{28A39B00-9C47-4116-84F5-4854052E3C67}" dt="2025-04-29T15:41:27.544" v="515" actId="1076"/>
          <ac:picMkLst>
            <pc:docMk/>
            <pc:sldMk cId="172729386" sldId="2144446334"/>
            <ac:picMk id="11" creationId="{B66F49B3-A746-5B4C-0516-42BF1D8DD825}"/>
          </ac:picMkLst>
        </pc:picChg>
        <pc:picChg chg="mod">
          <ac:chgData name="Collins Ogutu" userId="291a2b64-dc0e-4f9b-b0c7-635d23eb4324" providerId="ADAL" clId="{28A39B00-9C47-4116-84F5-4854052E3C67}" dt="2025-04-29T15:41:27.544" v="515" actId="1076"/>
          <ac:picMkLst>
            <pc:docMk/>
            <pc:sldMk cId="172729386" sldId="2144446334"/>
            <ac:picMk id="12" creationId="{CD03A2BF-7319-8D8D-96F1-0979EFF86D2E}"/>
          </ac:picMkLst>
        </pc:picChg>
        <pc:picChg chg="del">
          <ac:chgData name="Collins Ogutu" userId="291a2b64-dc0e-4f9b-b0c7-635d23eb4324" providerId="ADAL" clId="{28A39B00-9C47-4116-84F5-4854052E3C67}" dt="2025-04-29T15:41:15.145" v="514" actId="478"/>
          <ac:picMkLst>
            <pc:docMk/>
            <pc:sldMk cId="172729386" sldId="2144446334"/>
            <ac:picMk id="23" creationId="{C995BC79-29E4-3122-1A9E-323DEE284DD8}"/>
          </ac:picMkLst>
        </pc:picChg>
        <pc:picChg chg="mod">
          <ac:chgData name="Collins Ogutu" userId="291a2b64-dc0e-4f9b-b0c7-635d23eb4324" providerId="ADAL" clId="{28A39B00-9C47-4116-84F5-4854052E3C67}" dt="2025-04-29T15:41:37.112" v="516" actId="1076"/>
          <ac:picMkLst>
            <pc:docMk/>
            <pc:sldMk cId="172729386" sldId="2144446334"/>
            <ac:picMk id="35" creationId="{7B9A729E-8DF1-6065-F32F-14FBF10EC973}"/>
          </ac:picMkLst>
        </pc:picChg>
        <pc:picChg chg="mod">
          <ac:chgData name="Collins Ogutu" userId="291a2b64-dc0e-4f9b-b0c7-635d23eb4324" providerId="ADAL" clId="{28A39B00-9C47-4116-84F5-4854052E3C67}" dt="2025-04-29T15:41:47.150" v="517" actId="1076"/>
          <ac:picMkLst>
            <pc:docMk/>
            <pc:sldMk cId="172729386" sldId="2144446334"/>
            <ac:picMk id="1026" creationId="{7522D296-8862-3E52-2996-EB76314ACA13}"/>
          </ac:picMkLst>
        </pc:picChg>
        <pc:picChg chg="mod">
          <ac:chgData name="Collins Ogutu" userId="291a2b64-dc0e-4f9b-b0c7-635d23eb4324" providerId="ADAL" clId="{28A39B00-9C47-4116-84F5-4854052E3C67}" dt="2025-04-29T15:41:56.060" v="518" actId="1076"/>
          <ac:picMkLst>
            <pc:docMk/>
            <pc:sldMk cId="172729386" sldId="2144446334"/>
            <ac:picMk id="3076" creationId="{4F66D5FD-E505-9DDE-C751-E7AF23B0E933}"/>
          </ac:picMkLst>
        </pc:picChg>
      </pc:sldChg>
      <pc:sldChg chg="modSp mod">
        <pc:chgData name="Collins Ogutu" userId="291a2b64-dc0e-4f9b-b0c7-635d23eb4324" providerId="ADAL" clId="{28A39B00-9C47-4116-84F5-4854052E3C67}" dt="2025-04-29T15:58:02.500" v="1165" actId="6549"/>
        <pc:sldMkLst>
          <pc:docMk/>
          <pc:sldMk cId="17397242" sldId="2144446338"/>
        </pc:sldMkLst>
        <pc:spChg chg="mod">
          <ac:chgData name="Collins Ogutu" userId="291a2b64-dc0e-4f9b-b0c7-635d23eb4324" providerId="ADAL" clId="{28A39B00-9C47-4116-84F5-4854052E3C67}" dt="2025-04-29T15:58:02.500" v="1165" actId="6549"/>
          <ac:spMkLst>
            <pc:docMk/>
            <pc:sldMk cId="17397242" sldId="2144446338"/>
            <ac:spMk id="8" creationId="{854F3329-DE6A-16DE-F470-B6CC4E54BC06}"/>
          </ac:spMkLst>
        </pc:spChg>
      </pc:sldChg>
      <pc:sldChg chg="modSp mod">
        <pc:chgData name="Collins Ogutu" userId="291a2b64-dc0e-4f9b-b0c7-635d23eb4324" providerId="ADAL" clId="{28A39B00-9C47-4116-84F5-4854052E3C67}" dt="2025-04-29T15:37:44.337" v="490" actId="20577"/>
        <pc:sldMkLst>
          <pc:docMk/>
          <pc:sldMk cId="2238424582" sldId="2144446340"/>
        </pc:sldMkLst>
        <pc:spChg chg="mod">
          <ac:chgData name="Collins Ogutu" userId="291a2b64-dc0e-4f9b-b0c7-635d23eb4324" providerId="ADAL" clId="{28A39B00-9C47-4116-84F5-4854052E3C67}" dt="2025-04-29T15:37:18.684" v="484" actId="14100"/>
          <ac:spMkLst>
            <pc:docMk/>
            <pc:sldMk cId="2238424582" sldId="2144446340"/>
            <ac:spMk id="14" creationId="{B52C2BF2-F816-1D55-C30D-9E7F9073C690}"/>
          </ac:spMkLst>
        </pc:spChg>
        <pc:spChg chg="mod">
          <ac:chgData name="Collins Ogutu" userId="291a2b64-dc0e-4f9b-b0c7-635d23eb4324" providerId="ADAL" clId="{28A39B00-9C47-4116-84F5-4854052E3C67}" dt="2025-04-29T15:37:44.337" v="490" actId="20577"/>
          <ac:spMkLst>
            <pc:docMk/>
            <pc:sldMk cId="2238424582" sldId="2144446340"/>
            <ac:spMk id="32" creationId="{F85B5C39-FEA4-AACC-48E4-667492826DAC}"/>
          </ac:spMkLst>
        </pc:spChg>
        <pc:spChg chg="mod">
          <ac:chgData name="Collins Ogutu" userId="291a2b64-dc0e-4f9b-b0c7-635d23eb4324" providerId="ADAL" clId="{28A39B00-9C47-4116-84F5-4854052E3C67}" dt="2025-04-29T15:36:22.971" v="454" actId="14100"/>
          <ac:spMkLst>
            <pc:docMk/>
            <pc:sldMk cId="2238424582" sldId="2144446340"/>
            <ac:spMk id="33" creationId="{6781B38B-E343-490A-13A3-C42700AAB49F}"/>
          </ac:spMkLst>
        </pc:spChg>
        <pc:spChg chg="mod">
          <ac:chgData name="Collins Ogutu" userId="291a2b64-dc0e-4f9b-b0c7-635d23eb4324" providerId="ADAL" clId="{28A39B00-9C47-4116-84F5-4854052E3C67}" dt="2025-04-29T15:36:59.114" v="483" actId="20577"/>
          <ac:spMkLst>
            <pc:docMk/>
            <pc:sldMk cId="2238424582" sldId="2144446340"/>
            <ac:spMk id="38" creationId="{E6543E5B-935F-C70A-CAA9-2EAD3B313E41}"/>
          </ac:spMkLst>
        </pc:spChg>
      </pc:sldChg>
      <pc:sldChg chg="modSp mod">
        <pc:chgData name="Collins Ogutu" userId="291a2b64-dc0e-4f9b-b0c7-635d23eb4324" providerId="ADAL" clId="{28A39B00-9C47-4116-84F5-4854052E3C67}" dt="2025-04-29T16:04:36.255" v="1204" actId="20577"/>
        <pc:sldMkLst>
          <pc:docMk/>
          <pc:sldMk cId="811624357" sldId="2144446341"/>
        </pc:sldMkLst>
        <pc:spChg chg="mod">
          <ac:chgData name="Collins Ogutu" userId="291a2b64-dc0e-4f9b-b0c7-635d23eb4324" providerId="ADAL" clId="{28A39B00-9C47-4116-84F5-4854052E3C67}" dt="2025-04-29T16:03:03.164" v="1200" actId="20577"/>
          <ac:spMkLst>
            <pc:docMk/>
            <pc:sldMk cId="811624357" sldId="2144446341"/>
            <ac:spMk id="2" creationId="{64B1C408-72FE-69A1-8A3D-D716C531E349}"/>
          </ac:spMkLst>
        </pc:spChg>
        <pc:spChg chg="mod">
          <ac:chgData name="Collins Ogutu" userId="291a2b64-dc0e-4f9b-b0c7-635d23eb4324" providerId="ADAL" clId="{28A39B00-9C47-4116-84F5-4854052E3C67}" dt="2025-04-29T16:04:36.255" v="1204" actId="20577"/>
          <ac:spMkLst>
            <pc:docMk/>
            <pc:sldMk cId="811624357" sldId="2144446341"/>
            <ac:spMk id="9" creationId="{6835D173-F9DE-40F0-B190-877AF2FEB989}"/>
          </ac:spMkLst>
        </pc:spChg>
      </pc:sldChg>
      <pc:sldChg chg="modSp mod">
        <pc:chgData name="Collins Ogutu" userId="291a2b64-dc0e-4f9b-b0c7-635d23eb4324" providerId="ADAL" clId="{28A39B00-9C47-4116-84F5-4854052E3C67}" dt="2025-04-29T16:02:02.158" v="1196" actId="20577"/>
        <pc:sldMkLst>
          <pc:docMk/>
          <pc:sldMk cId="2231227383" sldId="2144446343"/>
        </pc:sldMkLst>
        <pc:spChg chg="mod">
          <ac:chgData name="Collins Ogutu" userId="291a2b64-dc0e-4f9b-b0c7-635d23eb4324" providerId="ADAL" clId="{28A39B00-9C47-4116-84F5-4854052E3C67}" dt="2025-04-29T16:02:02.158" v="1196" actId="20577"/>
          <ac:spMkLst>
            <pc:docMk/>
            <pc:sldMk cId="2231227383" sldId="2144446343"/>
            <ac:spMk id="9" creationId="{47930916-3B02-19B2-0DFB-711BF69F96C3}"/>
          </ac:spMkLst>
        </pc:spChg>
      </pc:sldChg>
      <pc:sldChg chg="modSp mod">
        <pc:chgData name="Collins Ogutu" userId="291a2b64-dc0e-4f9b-b0c7-635d23eb4324" providerId="ADAL" clId="{28A39B00-9C47-4116-84F5-4854052E3C67}" dt="2025-04-29T15:59:20.764" v="1168" actId="6549"/>
        <pc:sldMkLst>
          <pc:docMk/>
          <pc:sldMk cId="2264936373" sldId="2144446344"/>
        </pc:sldMkLst>
        <pc:spChg chg="mod">
          <ac:chgData name="Collins Ogutu" userId="291a2b64-dc0e-4f9b-b0c7-635d23eb4324" providerId="ADAL" clId="{28A39B00-9C47-4116-84F5-4854052E3C67}" dt="2025-04-29T15:59:20.764" v="1168" actId="6549"/>
          <ac:spMkLst>
            <pc:docMk/>
            <pc:sldMk cId="2264936373" sldId="2144446344"/>
            <ac:spMk id="8" creationId="{854F3329-DE6A-16DE-F470-B6CC4E54BC06}"/>
          </ac:spMkLst>
        </pc:spChg>
      </pc:sldChg>
      <pc:sldChg chg="modSp mod">
        <pc:chgData name="Collins Ogutu" userId="291a2b64-dc0e-4f9b-b0c7-635d23eb4324" providerId="ADAL" clId="{28A39B00-9C47-4116-84F5-4854052E3C67}" dt="2025-04-29T16:02:14.921" v="1197" actId="20577"/>
        <pc:sldMkLst>
          <pc:docMk/>
          <pc:sldMk cId="2399044395" sldId="2144446348"/>
        </pc:sldMkLst>
        <pc:spChg chg="mod">
          <ac:chgData name="Collins Ogutu" userId="291a2b64-dc0e-4f9b-b0c7-635d23eb4324" providerId="ADAL" clId="{28A39B00-9C47-4116-84F5-4854052E3C67}" dt="2025-04-29T16:02:14.921" v="1197" actId="20577"/>
          <ac:spMkLst>
            <pc:docMk/>
            <pc:sldMk cId="2399044395" sldId="2144446348"/>
            <ac:spMk id="122" creationId="{15D2532D-E2FC-4260-9F66-6E222DC6B0C4}"/>
          </ac:spMkLst>
        </pc:spChg>
      </pc:sldChg>
      <pc:sldChg chg="addSp delSp modSp mod">
        <pc:chgData name="Collins Ogutu" userId="291a2b64-dc0e-4f9b-b0c7-635d23eb4324" providerId="ADAL" clId="{28A39B00-9C47-4116-84F5-4854052E3C67}" dt="2025-04-29T16:11:58.620" v="1393" actId="20577"/>
        <pc:sldMkLst>
          <pc:docMk/>
          <pc:sldMk cId="3105644074" sldId="2144446349"/>
        </pc:sldMkLst>
        <pc:spChg chg="add mod">
          <ac:chgData name="Collins Ogutu" userId="291a2b64-dc0e-4f9b-b0c7-635d23eb4324" providerId="ADAL" clId="{28A39B00-9C47-4116-84F5-4854052E3C67}" dt="2025-04-29T16:05:04.412" v="1205"/>
          <ac:spMkLst>
            <pc:docMk/>
            <pc:sldMk cId="3105644074" sldId="2144446349"/>
            <ac:spMk id="3" creationId="{5961D9C7-5BAD-E787-2B41-501C2A448205}"/>
          </ac:spMkLst>
        </pc:spChg>
        <pc:graphicFrameChg chg="modGraphic">
          <ac:chgData name="Collins Ogutu" userId="291a2b64-dc0e-4f9b-b0c7-635d23eb4324" providerId="ADAL" clId="{28A39B00-9C47-4116-84F5-4854052E3C67}" dt="2025-04-29T16:11:58.620" v="1393" actId="20577"/>
          <ac:graphicFrameMkLst>
            <pc:docMk/>
            <pc:sldMk cId="3105644074" sldId="2144446349"/>
            <ac:graphicFrameMk id="16" creationId="{469B2EA9-CA0F-8479-06B9-2BE55C43828A}"/>
          </ac:graphicFrameMkLst>
        </pc:graphicFrameChg>
        <pc:graphicFrameChg chg="modGraphic">
          <ac:chgData name="Collins Ogutu" userId="291a2b64-dc0e-4f9b-b0c7-635d23eb4324" providerId="ADAL" clId="{28A39B00-9C47-4116-84F5-4854052E3C67}" dt="2025-04-29T15:26:20.863" v="54" actId="20577"/>
          <ac:graphicFrameMkLst>
            <pc:docMk/>
            <pc:sldMk cId="3105644074" sldId="2144446349"/>
            <ac:graphicFrameMk id="20" creationId="{15CCC655-7B9B-1C3B-53C0-180CB4747D08}"/>
          </ac:graphicFrameMkLst>
        </pc:graphicFrameChg>
        <pc:picChg chg="add mod">
          <ac:chgData name="Collins Ogutu" userId="291a2b64-dc0e-4f9b-b0c7-635d23eb4324" providerId="ADAL" clId="{28A39B00-9C47-4116-84F5-4854052E3C67}" dt="2025-04-29T15:25:47.031" v="42" actId="1076"/>
          <ac:picMkLst>
            <pc:docMk/>
            <pc:sldMk cId="3105644074" sldId="2144446349"/>
            <ac:picMk id="2" creationId="{013FC244-3F56-B20D-0423-D387D39B11F4}"/>
          </ac:picMkLst>
        </pc:picChg>
        <pc:picChg chg="del">
          <ac:chgData name="Collins Ogutu" userId="291a2b64-dc0e-4f9b-b0c7-635d23eb4324" providerId="ADAL" clId="{28A39B00-9C47-4116-84F5-4854052E3C67}" dt="2025-04-29T15:25:38.239" v="40" actId="478"/>
          <ac:picMkLst>
            <pc:docMk/>
            <pc:sldMk cId="3105644074" sldId="2144446349"/>
            <ac:picMk id="15" creationId="{30815CE0-9CED-019C-090D-929E82F4EB0D}"/>
          </ac:picMkLst>
        </pc:picChg>
      </pc:sldChg>
      <pc:sldChg chg="modSp mod">
        <pc:chgData name="Collins Ogutu" userId="291a2b64-dc0e-4f9b-b0c7-635d23eb4324" providerId="ADAL" clId="{28A39B00-9C47-4116-84F5-4854052E3C67}" dt="2025-04-29T15:24:12.604" v="38" actId="20577"/>
        <pc:sldMkLst>
          <pc:docMk/>
          <pc:sldMk cId="799976582" sldId="2144446354"/>
        </pc:sldMkLst>
        <pc:spChg chg="mod">
          <ac:chgData name="Collins Ogutu" userId="291a2b64-dc0e-4f9b-b0c7-635d23eb4324" providerId="ADAL" clId="{28A39B00-9C47-4116-84F5-4854052E3C67}" dt="2025-04-29T15:23:36.775" v="32" actId="20577"/>
          <ac:spMkLst>
            <pc:docMk/>
            <pc:sldMk cId="799976582" sldId="2144446354"/>
            <ac:spMk id="9" creationId="{5850813F-2B94-6BCB-C914-EF9BCD391A6B}"/>
          </ac:spMkLst>
        </pc:spChg>
        <pc:spChg chg="mod">
          <ac:chgData name="Collins Ogutu" userId="291a2b64-dc0e-4f9b-b0c7-635d23eb4324" providerId="ADAL" clId="{28A39B00-9C47-4116-84F5-4854052E3C67}" dt="2025-04-29T15:22:35.437" v="18" actId="20577"/>
          <ac:spMkLst>
            <pc:docMk/>
            <pc:sldMk cId="799976582" sldId="2144446354"/>
            <ac:spMk id="15" creationId="{36229CD4-828E-7417-4D64-4BC60457DC7C}"/>
          </ac:spMkLst>
        </pc:spChg>
        <pc:spChg chg="mod">
          <ac:chgData name="Collins Ogutu" userId="291a2b64-dc0e-4f9b-b0c7-635d23eb4324" providerId="ADAL" clId="{28A39B00-9C47-4116-84F5-4854052E3C67}" dt="2025-04-29T15:24:12.604" v="38" actId="20577"/>
          <ac:spMkLst>
            <pc:docMk/>
            <pc:sldMk cId="799976582" sldId="2144446354"/>
            <ac:spMk id="21" creationId="{C18920C6-398F-CD8C-5F5A-846C316DC096}"/>
          </ac:spMkLst>
        </pc:spChg>
        <pc:spChg chg="mod">
          <ac:chgData name="Collins Ogutu" userId="291a2b64-dc0e-4f9b-b0c7-635d23eb4324" providerId="ADAL" clId="{28A39B00-9C47-4116-84F5-4854052E3C67}" dt="2025-04-29T15:22:24.650" v="16" actId="114"/>
          <ac:spMkLst>
            <pc:docMk/>
            <pc:sldMk cId="799976582" sldId="2144446354"/>
            <ac:spMk id="31" creationId="{8B69E9C6-9D4C-4DD1-C79E-7059862BDCDE}"/>
          </ac:spMkLst>
        </pc:spChg>
        <pc:grpChg chg="mod">
          <ac:chgData name="Collins Ogutu" userId="291a2b64-dc0e-4f9b-b0c7-635d23eb4324" providerId="ADAL" clId="{28A39B00-9C47-4116-84F5-4854052E3C67}" dt="2025-04-29T15:23:54.946" v="34" actId="14100"/>
          <ac:grpSpMkLst>
            <pc:docMk/>
            <pc:sldMk cId="799976582" sldId="2144446354"/>
            <ac:grpSpMk id="2" creationId="{0B9C9D3C-2E3C-A6A0-281E-CFE4EE552F3A}"/>
          </ac:grpSpMkLst>
        </pc:grpChg>
      </pc:sldChg>
      <pc:sldChg chg="addSp delSp modSp mod">
        <pc:chgData name="Collins Ogutu" userId="291a2b64-dc0e-4f9b-b0c7-635d23eb4324" providerId="ADAL" clId="{28A39B00-9C47-4116-84F5-4854052E3C67}" dt="2025-04-29T16:06:27.794" v="1214"/>
        <pc:sldMkLst>
          <pc:docMk/>
          <pc:sldMk cId="2948821626" sldId="2144446355"/>
        </pc:sldMkLst>
        <pc:spChg chg="mod">
          <ac:chgData name="Collins Ogutu" userId="291a2b64-dc0e-4f9b-b0c7-635d23eb4324" providerId="ADAL" clId="{28A39B00-9C47-4116-84F5-4854052E3C67}" dt="2025-04-29T16:01:01.951" v="1194" actId="6549"/>
          <ac:spMkLst>
            <pc:docMk/>
            <pc:sldMk cId="2948821626" sldId="2144446355"/>
            <ac:spMk id="4" creationId="{9A51D800-9746-E1CD-D159-C9DFC0359D97}"/>
          </ac:spMkLst>
        </pc:spChg>
        <pc:spChg chg="add mod">
          <ac:chgData name="Collins Ogutu" userId="291a2b64-dc0e-4f9b-b0c7-635d23eb4324" providerId="ADAL" clId="{28A39B00-9C47-4116-84F5-4854052E3C67}" dt="2025-04-29T16:06:27.794" v="1214"/>
          <ac:spMkLst>
            <pc:docMk/>
            <pc:sldMk cId="2948821626" sldId="2144446355"/>
            <ac:spMk id="9" creationId="{4EA008E7-3612-49D5-59D9-944E735E21E9}"/>
          </ac:spMkLst>
        </pc:spChg>
        <pc:spChg chg="mod">
          <ac:chgData name="Collins Ogutu" userId="291a2b64-dc0e-4f9b-b0c7-635d23eb4324" providerId="ADAL" clId="{28A39B00-9C47-4116-84F5-4854052E3C67}" dt="2025-04-29T15:56:03.076" v="1134" actId="20577"/>
          <ac:spMkLst>
            <pc:docMk/>
            <pc:sldMk cId="2948821626" sldId="2144446355"/>
            <ac:spMk id="10" creationId="{FBC7C70B-3E06-4443-3BE8-36D4E72F98BC}"/>
          </ac:spMkLst>
        </pc:spChg>
        <pc:spChg chg="mod">
          <ac:chgData name="Collins Ogutu" userId="291a2b64-dc0e-4f9b-b0c7-635d23eb4324" providerId="ADAL" clId="{28A39B00-9C47-4116-84F5-4854052E3C67}" dt="2025-04-29T15:55:44.509" v="1130" actId="20577"/>
          <ac:spMkLst>
            <pc:docMk/>
            <pc:sldMk cId="2948821626" sldId="2144446355"/>
            <ac:spMk id="15" creationId="{977415CE-A28D-F23B-D2D6-A15A48152304}"/>
          </ac:spMkLst>
        </pc:spChg>
        <pc:spChg chg="mod">
          <ac:chgData name="Collins Ogutu" userId="291a2b64-dc0e-4f9b-b0c7-635d23eb4324" providerId="ADAL" clId="{28A39B00-9C47-4116-84F5-4854052E3C67}" dt="2025-04-29T16:00:24.512" v="1172" actId="1076"/>
          <ac:spMkLst>
            <pc:docMk/>
            <pc:sldMk cId="2948821626" sldId="2144446355"/>
            <ac:spMk id="26" creationId="{0A6DB6DA-661E-58AB-79C8-B20D1C0FF898}"/>
          </ac:spMkLst>
        </pc:spChg>
        <pc:spChg chg="mod">
          <ac:chgData name="Collins Ogutu" userId="291a2b64-dc0e-4f9b-b0c7-635d23eb4324" providerId="ADAL" clId="{28A39B00-9C47-4116-84F5-4854052E3C67}" dt="2025-04-29T16:00:31.128" v="1173" actId="1076"/>
          <ac:spMkLst>
            <pc:docMk/>
            <pc:sldMk cId="2948821626" sldId="2144446355"/>
            <ac:spMk id="27" creationId="{4F8B4E73-710B-8E3F-6FA3-44DCC6879E2E}"/>
          </ac:spMkLst>
        </pc:spChg>
        <pc:picChg chg="add mod">
          <ac:chgData name="Collins Ogutu" userId="291a2b64-dc0e-4f9b-b0c7-635d23eb4324" providerId="ADAL" clId="{28A39B00-9C47-4116-84F5-4854052E3C67}" dt="2025-04-29T15:53:39.486" v="1064" actId="1076"/>
          <ac:picMkLst>
            <pc:docMk/>
            <pc:sldMk cId="2948821626" sldId="2144446355"/>
            <ac:picMk id="2" creationId="{D1729696-48CE-3516-5C1B-8C38D12D76E4}"/>
          </ac:picMkLst>
        </pc:picChg>
        <pc:picChg chg="add mod">
          <ac:chgData name="Collins Ogutu" userId="291a2b64-dc0e-4f9b-b0c7-635d23eb4324" providerId="ADAL" clId="{28A39B00-9C47-4116-84F5-4854052E3C67}" dt="2025-04-29T15:53:43.303" v="1065" actId="1076"/>
          <ac:picMkLst>
            <pc:docMk/>
            <pc:sldMk cId="2948821626" sldId="2144446355"/>
            <ac:picMk id="3" creationId="{4D18FAE6-EF55-5F5F-B578-E5739E5DB614}"/>
          </ac:picMkLst>
        </pc:picChg>
        <pc:picChg chg="add mod">
          <ac:chgData name="Collins Ogutu" userId="291a2b64-dc0e-4f9b-b0c7-635d23eb4324" providerId="ADAL" clId="{28A39B00-9C47-4116-84F5-4854052E3C67}" dt="2025-04-29T15:53:46.270" v="1066" actId="1076"/>
          <ac:picMkLst>
            <pc:docMk/>
            <pc:sldMk cId="2948821626" sldId="2144446355"/>
            <ac:picMk id="5" creationId="{A28DD2DF-8AED-B4DE-DB43-EB43E058BA5B}"/>
          </ac:picMkLst>
        </pc:picChg>
        <pc:picChg chg="del">
          <ac:chgData name="Collins Ogutu" userId="291a2b64-dc0e-4f9b-b0c7-635d23eb4324" providerId="ADAL" clId="{28A39B00-9C47-4116-84F5-4854052E3C67}" dt="2025-04-29T15:52:33.687" v="1055" actId="478"/>
          <ac:picMkLst>
            <pc:docMk/>
            <pc:sldMk cId="2948821626" sldId="2144446355"/>
            <ac:picMk id="7" creationId="{581E5AE3-294D-B97E-2BFA-76D5C6D7347D}"/>
          </ac:picMkLst>
        </pc:picChg>
      </pc:sldChg>
      <pc:sldChg chg="addSp modSp">
        <pc:chgData name="Collins Ogutu" userId="291a2b64-dc0e-4f9b-b0c7-635d23eb4324" providerId="ADAL" clId="{28A39B00-9C47-4116-84F5-4854052E3C67}" dt="2025-04-29T16:05:10.630" v="1206"/>
        <pc:sldMkLst>
          <pc:docMk/>
          <pc:sldMk cId="1170306882" sldId="2147197531"/>
        </pc:sldMkLst>
        <pc:spChg chg="add mod">
          <ac:chgData name="Collins Ogutu" userId="291a2b64-dc0e-4f9b-b0c7-635d23eb4324" providerId="ADAL" clId="{28A39B00-9C47-4116-84F5-4854052E3C67}" dt="2025-04-29T16:05:10.630" v="1206"/>
          <ac:spMkLst>
            <pc:docMk/>
            <pc:sldMk cId="1170306882" sldId="2147197531"/>
            <ac:spMk id="10" creationId="{ADE53C52-3BEB-C106-341A-228AE8EE3338}"/>
          </ac:spMkLst>
        </pc:spChg>
      </pc:sldChg>
      <pc:sldChg chg="addSp modSp">
        <pc:chgData name="Collins Ogutu" userId="291a2b64-dc0e-4f9b-b0c7-635d23eb4324" providerId="ADAL" clId="{28A39B00-9C47-4116-84F5-4854052E3C67}" dt="2025-04-29T16:05:16.254" v="1207"/>
        <pc:sldMkLst>
          <pc:docMk/>
          <pc:sldMk cId="3360460023" sldId="2147197533"/>
        </pc:sldMkLst>
        <pc:spChg chg="add mod">
          <ac:chgData name="Collins Ogutu" userId="291a2b64-dc0e-4f9b-b0c7-635d23eb4324" providerId="ADAL" clId="{28A39B00-9C47-4116-84F5-4854052E3C67}" dt="2025-04-29T16:05:16.254" v="1207"/>
          <ac:spMkLst>
            <pc:docMk/>
            <pc:sldMk cId="3360460023" sldId="2147197533"/>
            <ac:spMk id="7" creationId="{98AF2F33-7464-3B2B-D150-E34332240808}"/>
          </ac:spMkLst>
        </pc:spChg>
      </pc:sldChg>
      <pc:sldChg chg="delSp modSp mod">
        <pc:chgData name="Collins Ogutu" userId="291a2b64-dc0e-4f9b-b0c7-635d23eb4324" providerId="ADAL" clId="{28A39B00-9C47-4116-84F5-4854052E3C67}" dt="2025-04-29T16:06:20.537" v="1213" actId="478"/>
        <pc:sldMkLst>
          <pc:docMk/>
          <pc:sldMk cId="2158975100" sldId="2147197536"/>
        </pc:sldMkLst>
        <pc:spChg chg="mod">
          <ac:chgData name="Collins Ogutu" userId="291a2b64-dc0e-4f9b-b0c7-635d23eb4324" providerId="ADAL" clId="{28A39B00-9C47-4116-84F5-4854052E3C67}" dt="2025-04-29T15:38:03.602" v="491" actId="207"/>
          <ac:spMkLst>
            <pc:docMk/>
            <pc:sldMk cId="2158975100" sldId="2147197536"/>
            <ac:spMk id="3" creationId="{AFEB1D86-422B-D486-0A61-337799B548AD}"/>
          </ac:spMkLst>
        </pc:spChg>
        <pc:picChg chg="del mod">
          <ac:chgData name="Collins Ogutu" userId="291a2b64-dc0e-4f9b-b0c7-635d23eb4324" providerId="ADAL" clId="{28A39B00-9C47-4116-84F5-4854052E3C67}" dt="2025-04-29T16:06:20.537" v="1213" actId="478"/>
          <ac:picMkLst>
            <pc:docMk/>
            <pc:sldMk cId="2158975100" sldId="2147197536"/>
            <ac:picMk id="18" creationId="{218EC9B6-ADD4-0141-3FD2-08C0B2E4A098}"/>
          </ac:picMkLst>
        </pc:picChg>
      </pc:sldChg>
      <pc:sldChg chg="delSp modSp mod">
        <pc:chgData name="Collins Ogutu" userId="291a2b64-dc0e-4f9b-b0c7-635d23eb4324" providerId="ADAL" clId="{28A39B00-9C47-4116-84F5-4854052E3C67}" dt="2025-04-29T15:46:08.145" v="642" actId="20577"/>
        <pc:sldMkLst>
          <pc:docMk/>
          <pc:sldMk cId="2314160594" sldId="2147197539"/>
        </pc:sldMkLst>
        <pc:graphicFrameChg chg="mod">
          <ac:chgData name="Collins Ogutu" userId="291a2b64-dc0e-4f9b-b0c7-635d23eb4324" providerId="ADAL" clId="{28A39B00-9C47-4116-84F5-4854052E3C67}" dt="2025-04-29T15:46:08.145" v="642" actId="20577"/>
          <ac:graphicFrameMkLst>
            <pc:docMk/>
            <pc:sldMk cId="2314160594" sldId="2147197539"/>
            <ac:graphicFrameMk id="6" creationId="{4E11B0D1-35DA-9488-589B-6448D4CC4209}"/>
          </ac:graphicFrameMkLst>
        </pc:graphicFrameChg>
        <pc:picChg chg="del">
          <ac:chgData name="Collins Ogutu" userId="291a2b64-dc0e-4f9b-b0c7-635d23eb4324" providerId="ADAL" clId="{28A39B00-9C47-4116-84F5-4854052E3C67}" dt="2025-04-29T15:30:40.840" v="184" actId="478"/>
          <ac:picMkLst>
            <pc:docMk/>
            <pc:sldMk cId="2314160594" sldId="2147197539"/>
            <ac:picMk id="18" creationId="{B43C3493-287B-1500-C7DE-42451BF4C4DD}"/>
          </ac:picMkLst>
        </pc:picChg>
      </pc:sldChg>
      <pc:sldChg chg="addSp modSp">
        <pc:chgData name="Collins Ogutu" userId="291a2b64-dc0e-4f9b-b0c7-635d23eb4324" providerId="ADAL" clId="{28A39B00-9C47-4116-84F5-4854052E3C67}" dt="2025-04-29T16:05:23.725" v="1208"/>
        <pc:sldMkLst>
          <pc:docMk/>
          <pc:sldMk cId="643784359" sldId="2147197540"/>
        </pc:sldMkLst>
        <pc:spChg chg="add mod">
          <ac:chgData name="Collins Ogutu" userId="291a2b64-dc0e-4f9b-b0c7-635d23eb4324" providerId="ADAL" clId="{28A39B00-9C47-4116-84F5-4854052E3C67}" dt="2025-04-29T16:05:23.725" v="1208"/>
          <ac:spMkLst>
            <pc:docMk/>
            <pc:sldMk cId="643784359" sldId="2147197540"/>
            <ac:spMk id="9" creationId="{61985DBC-5D84-307E-AF59-5D0E1E74EE90}"/>
          </ac:spMkLst>
        </pc:spChg>
        <pc:graphicFrameChg chg="mod">
          <ac:chgData name="Collins Ogutu" userId="291a2b64-dc0e-4f9b-b0c7-635d23eb4324" providerId="ADAL" clId="{28A39B00-9C47-4116-84F5-4854052E3C67}" dt="2025-04-29T15:45:56.988" v="638" actId="20577"/>
          <ac:graphicFrameMkLst>
            <pc:docMk/>
            <pc:sldMk cId="643784359" sldId="2147197540"/>
            <ac:graphicFrameMk id="7" creationId="{6FE3C52C-5D5E-87DF-18E9-D3068819DDE8}"/>
          </ac:graphicFrameMkLst>
        </pc:graphicFrameChg>
      </pc:sldChg>
      <pc:sldChg chg="delSp modSp del mod">
        <pc:chgData name="Collins Ogutu" userId="291a2b64-dc0e-4f9b-b0c7-635d23eb4324" providerId="ADAL" clId="{28A39B00-9C47-4116-84F5-4854052E3C67}" dt="2025-04-29T16:05:48.984" v="1209" actId="47"/>
        <pc:sldMkLst>
          <pc:docMk/>
          <pc:sldMk cId="296795471" sldId="2147197541"/>
        </pc:sldMkLst>
        <pc:spChg chg="mod">
          <ac:chgData name="Collins Ogutu" userId="291a2b64-dc0e-4f9b-b0c7-635d23eb4324" providerId="ADAL" clId="{28A39B00-9C47-4116-84F5-4854052E3C67}" dt="2025-04-29T15:31:30.995" v="237" actId="20577"/>
          <ac:spMkLst>
            <pc:docMk/>
            <pc:sldMk cId="296795471" sldId="2147197541"/>
            <ac:spMk id="7" creationId="{C33ABBD8-8886-4009-24BE-223D008B640D}"/>
          </ac:spMkLst>
        </pc:spChg>
        <pc:graphicFrameChg chg="mod">
          <ac:chgData name="Collins Ogutu" userId="291a2b64-dc0e-4f9b-b0c7-635d23eb4324" providerId="ADAL" clId="{28A39B00-9C47-4116-84F5-4854052E3C67}" dt="2025-04-29T15:47:54.006" v="714" actId="1076"/>
          <ac:graphicFrameMkLst>
            <pc:docMk/>
            <pc:sldMk cId="296795471" sldId="2147197541"/>
            <ac:graphicFrameMk id="6" creationId="{BECD4DCC-98E2-D48E-028A-155BC2427708}"/>
          </ac:graphicFrameMkLst>
        </pc:graphicFrameChg>
        <pc:picChg chg="del">
          <ac:chgData name="Collins Ogutu" userId="291a2b64-dc0e-4f9b-b0c7-635d23eb4324" providerId="ADAL" clId="{28A39B00-9C47-4116-84F5-4854052E3C67}" dt="2025-04-29T15:30:51.054" v="186" actId="478"/>
          <ac:picMkLst>
            <pc:docMk/>
            <pc:sldMk cId="296795471" sldId="2147197541"/>
            <ac:picMk id="18" creationId="{C709192E-05D7-083F-30BB-ACCE8CD011F2}"/>
          </ac:picMkLst>
        </pc:picChg>
      </pc:sldChg>
      <pc:sldChg chg="modSp mod">
        <pc:chgData name="Collins Ogutu" userId="291a2b64-dc0e-4f9b-b0c7-635d23eb4324" providerId="ADAL" clId="{28A39B00-9C47-4116-84F5-4854052E3C67}" dt="2025-04-29T15:50:45.255" v="1015" actId="20577"/>
        <pc:sldMkLst>
          <pc:docMk/>
          <pc:sldMk cId="2500486953" sldId="2147197542"/>
        </pc:sldMkLst>
        <pc:spChg chg="mod">
          <ac:chgData name="Collins Ogutu" userId="291a2b64-dc0e-4f9b-b0c7-635d23eb4324" providerId="ADAL" clId="{28A39B00-9C47-4116-84F5-4854052E3C67}" dt="2025-04-29T15:48:02.651" v="716" actId="20577"/>
          <ac:spMkLst>
            <pc:docMk/>
            <pc:sldMk cId="2500486953" sldId="2147197542"/>
            <ac:spMk id="3" creationId="{445800C7-8A84-ADC7-5054-9E427BBD84E7}"/>
          </ac:spMkLst>
        </pc:spChg>
        <pc:spChg chg="mod">
          <ac:chgData name="Collins Ogutu" userId="291a2b64-dc0e-4f9b-b0c7-635d23eb4324" providerId="ADAL" clId="{28A39B00-9C47-4116-84F5-4854052E3C67}" dt="2025-04-29T15:50:45.255" v="1015" actId="20577"/>
          <ac:spMkLst>
            <pc:docMk/>
            <pc:sldMk cId="2500486953" sldId="2147197542"/>
            <ac:spMk id="11" creationId="{B9645DE8-1FC2-8013-B115-B6A0563FDFD7}"/>
          </ac:spMkLst>
        </pc:spChg>
      </pc:sldChg>
      <pc:sldChg chg="modSp mod">
        <pc:chgData name="Collins Ogutu" userId="291a2b64-dc0e-4f9b-b0c7-635d23eb4324" providerId="ADAL" clId="{28A39B00-9C47-4116-84F5-4854052E3C67}" dt="2025-04-29T15:51:25.751" v="1038" actId="1076"/>
        <pc:sldMkLst>
          <pc:docMk/>
          <pc:sldMk cId="1355137249" sldId="2147197543"/>
        </pc:sldMkLst>
        <pc:spChg chg="mod">
          <ac:chgData name="Collins Ogutu" userId="291a2b64-dc0e-4f9b-b0c7-635d23eb4324" providerId="ADAL" clId="{28A39B00-9C47-4116-84F5-4854052E3C67}" dt="2025-04-29T15:51:25.751" v="1038" actId="1076"/>
          <ac:spMkLst>
            <pc:docMk/>
            <pc:sldMk cId="1355137249" sldId="2147197543"/>
            <ac:spMk id="11" creationId="{98DDA38D-0955-5F10-7FD5-574A05FE66FE}"/>
          </ac:spMkLst>
        </pc:spChg>
      </pc:sldChg>
      <pc:sldChg chg="delSp modSp mod">
        <pc:chgData name="Collins Ogutu" userId="291a2b64-dc0e-4f9b-b0c7-635d23eb4324" providerId="ADAL" clId="{28A39B00-9C47-4116-84F5-4854052E3C67}" dt="2025-04-29T16:06:00.639" v="1211" actId="20577"/>
        <pc:sldMkLst>
          <pc:docMk/>
          <pc:sldMk cId="1552497690" sldId="2147197544"/>
        </pc:sldMkLst>
        <pc:spChg chg="mod">
          <ac:chgData name="Collins Ogutu" userId="291a2b64-dc0e-4f9b-b0c7-635d23eb4324" providerId="ADAL" clId="{28A39B00-9C47-4116-84F5-4854052E3C67}" dt="2025-04-29T15:32:34.370" v="242" actId="1076"/>
          <ac:spMkLst>
            <pc:docMk/>
            <pc:sldMk cId="1552497690" sldId="2147197544"/>
            <ac:spMk id="8" creationId="{70A7B1D5-58EE-2D79-17FB-5C5AE6F98CB1}"/>
          </ac:spMkLst>
        </pc:spChg>
        <pc:spChg chg="mod">
          <ac:chgData name="Collins Ogutu" userId="291a2b64-dc0e-4f9b-b0c7-635d23eb4324" providerId="ADAL" clId="{28A39B00-9C47-4116-84F5-4854052E3C67}" dt="2025-04-29T16:06:00.639" v="1211" actId="20577"/>
          <ac:spMkLst>
            <pc:docMk/>
            <pc:sldMk cId="1552497690" sldId="2147197544"/>
            <ac:spMk id="10" creationId="{830A1154-7C1D-917A-1A02-85A1CAFB47E2}"/>
          </ac:spMkLst>
        </pc:spChg>
        <pc:spChg chg="mod">
          <ac:chgData name="Collins Ogutu" userId="291a2b64-dc0e-4f9b-b0c7-635d23eb4324" providerId="ADAL" clId="{28A39B00-9C47-4116-84F5-4854052E3C67}" dt="2025-04-29T15:35:26.025" v="413" actId="20577"/>
          <ac:spMkLst>
            <pc:docMk/>
            <pc:sldMk cId="1552497690" sldId="2147197544"/>
            <ac:spMk id="15" creationId="{4D55863C-5548-6BBB-5AFB-432AC6959780}"/>
          </ac:spMkLst>
        </pc:spChg>
        <pc:spChg chg="del">
          <ac:chgData name="Collins Ogutu" userId="291a2b64-dc0e-4f9b-b0c7-635d23eb4324" providerId="ADAL" clId="{28A39B00-9C47-4116-84F5-4854052E3C67}" dt="2025-04-29T15:32:18.253" v="239" actId="478"/>
          <ac:spMkLst>
            <pc:docMk/>
            <pc:sldMk cId="1552497690" sldId="2147197544"/>
            <ac:spMk id="17" creationId="{44EA18D5-B8DE-749C-0D9C-3871437582CD}"/>
          </ac:spMkLst>
        </pc:spChg>
        <pc:spChg chg="del">
          <ac:chgData name="Collins Ogutu" userId="291a2b64-dc0e-4f9b-b0c7-635d23eb4324" providerId="ADAL" clId="{28A39B00-9C47-4116-84F5-4854052E3C67}" dt="2025-04-29T15:32:22.846" v="240" actId="478"/>
          <ac:spMkLst>
            <pc:docMk/>
            <pc:sldMk cId="1552497690" sldId="2147197544"/>
            <ac:spMk id="18" creationId="{FE28773B-28CB-A768-3D3F-2F2C9DCEF7DD}"/>
          </ac:spMkLst>
        </pc:spChg>
        <pc:picChg chg="mod">
          <ac:chgData name="Collins Ogutu" userId="291a2b64-dc0e-4f9b-b0c7-635d23eb4324" providerId="ADAL" clId="{28A39B00-9C47-4116-84F5-4854052E3C67}" dt="2025-04-29T15:32:26.685" v="241" actId="1076"/>
          <ac:picMkLst>
            <pc:docMk/>
            <pc:sldMk cId="1552497690" sldId="2147197544"/>
            <ac:picMk id="3" creationId="{93217A71-32A3-0417-8BA0-3C42EE680518}"/>
          </ac:picMkLst>
        </pc:picChg>
        <pc:picChg chg="del">
          <ac:chgData name="Collins Ogutu" userId="291a2b64-dc0e-4f9b-b0c7-635d23eb4324" providerId="ADAL" clId="{28A39B00-9C47-4116-84F5-4854052E3C67}" dt="2025-04-29T15:32:14.093" v="238" actId="478"/>
          <ac:picMkLst>
            <pc:docMk/>
            <pc:sldMk cId="1552497690" sldId="2147197544"/>
            <ac:picMk id="16" creationId="{F811FB69-F063-80B1-3E7F-F4E169E4AE6C}"/>
          </ac:picMkLst>
        </pc:picChg>
      </pc:sldChg>
      <pc:sldChg chg="delSp modSp mod">
        <pc:chgData name="Collins Ogutu" userId="291a2b64-dc0e-4f9b-b0c7-635d23eb4324" providerId="ADAL" clId="{28A39B00-9C47-4116-84F5-4854052E3C67}" dt="2025-04-29T15:46:46.130" v="687" actId="20577"/>
        <pc:sldMkLst>
          <pc:docMk/>
          <pc:sldMk cId="425127157" sldId="2147197545"/>
        </pc:sldMkLst>
        <pc:graphicFrameChg chg="mod">
          <ac:chgData name="Collins Ogutu" userId="291a2b64-dc0e-4f9b-b0c7-635d23eb4324" providerId="ADAL" clId="{28A39B00-9C47-4116-84F5-4854052E3C67}" dt="2025-04-29T15:46:46.130" v="687" actId="20577"/>
          <ac:graphicFrameMkLst>
            <pc:docMk/>
            <pc:sldMk cId="425127157" sldId="2147197545"/>
            <ac:graphicFrameMk id="8" creationId="{CAEFC8C6-2673-D803-A6C4-C1ED147800F5}"/>
          </ac:graphicFrameMkLst>
        </pc:graphicFrameChg>
        <pc:picChg chg="del mod">
          <ac:chgData name="Collins Ogutu" userId="291a2b64-dc0e-4f9b-b0c7-635d23eb4324" providerId="ADAL" clId="{28A39B00-9C47-4116-84F5-4854052E3C67}" dt="2025-04-29T15:30:33.113" v="183" actId="478"/>
          <ac:picMkLst>
            <pc:docMk/>
            <pc:sldMk cId="425127157" sldId="2147197545"/>
            <ac:picMk id="18" creationId="{F1883BC4-8ECB-A1E4-BCB7-EBC462A3023F}"/>
          </ac:picMkLst>
        </pc:picChg>
      </pc:sldChg>
      <pc:sldChg chg="delSp modSp mod">
        <pc:chgData name="Collins Ogutu" userId="291a2b64-dc0e-4f9b-b0c7-635d23eb4324" providerId="ADAL" clId="{28A39B00-9C47-4116-84F5-4854052E3C67}" dt="2025-04-29T15:44:03.627" v="599" actId="20577"/>
        <pc:sldMkLst>
          <pc:docMk/>
          <pc:sldMk cId="3639826163" sldId="2147197546"/>
        </pc:sldMkLst>
        <pc:spChg chg="mod">
          <ac:chgData name="Collins Ogutu" userId="291a2b64-dc0e-4f9b-b0c7-635d23eb4324" providerId="ADAL" clId="{28A39B00-9C47-4116-84F5-4854052E3C67}" dt="2025-04-29T15:44:03.627" v="599" actId="20577"/>
          <ac:spMkLst>
            <pc:docMk/>
            <pc:sldMk cId="3639826163" sldId="2147197546"/>
            <ac:spMk id="5" creationId="{CABD963B-E9AF-AC00-096B-9325E8FAB595}"/>
          </ac:spMkLst>
        </pc:spChg>
        <pc:spChg chg="mod">
          <ac:chgData name="Collins Ogutu" userId="291a2b64-dc0e-4f9b-b0c7-635d23eb4324" providerId="ADAL" clId="{28A39B00-9C47-4116-84F5-4854052E3C67}" dt="2025-04-29T15:29:19.870" v="175" actId="20577"/>
          <ac:spMkLst>
            <pc:docMk/>
            <pc:sldMk cId="3639826163" sldId="2147197546"/>
            <ac:spMk id="9" creationId="{8FCFBE7A-5966-E3D8-0E97-6B0064840EE2}"/>
          </ac:spMkLst>
        </pc:spChg>
        <pc:picChg chg="del">
          <ac:chgData name="Collins Ogutu" userId="291a2b64-dc0e-4f9b-b0c7-635d23eb4324" providerId="ADAL" clId="{28A39B00-9C47-4116-84F5-4854052E3C67}" dt="2025-04-29T15:30:44.653" v="185" actId="478"/>
          <ac:picMkLst>
            <pc:docMk/>
            <pc:sldMk cId="3639826163" sldId="2147197546"/>
            <ac:picMk id="18" creationId="{74D3234D-D9A7-CDE5-5D2F-F4B27869B090}"/>
          </ac:picMkLst>
        </pc:picChg>
      </pc:sldChg>
      <pc:sldChg chg="addSp delSp modSp add del mod">
        <pc:chgData name="Collins Ogutu" userId="291a2b64-dc0e-4f9b-b0c7-635d23eb4324" providerId="ADAL" clId="{28A39B00-9C47-4116-84F5-4854052E3C67}" dt="2025-04-29T16:11:34.112" v="1377" actId="47"/>
        <pc:sldMkLst>
          <pc:docMk/>
          <pc:sldMk cId="3697464234" sldId="2147197548"/>
        </pc:sldMkLst>
        <pc:spChg chg="mod">
          <ac:chgData name="Collins Ogutu" userId="291a2b64-dc0e-4f9b-b0c7-635d23eb4324" providerId="ADAL" clId="{28A39B00-9C47-4116-84F5-4854052E3C67}" dt="2025-04-29T16:10:53.954" v="1375" actId="6549"/>
          <ac:spMkLst>
            <pc:docMk/>
            <pc:sldMk cId="3697464234" sldId="2147197548"/>
            <ac:spMk id="3" creationId="{BFCFC232-D09E-89FB-C69F-AE1C6821C257}"/>
          </ac:spMkLst>
        </pc:spChg>
        <pc:spChg chg="del">
          <ac:chgData name="Collins Ogutu" userId="291a2b64-dc0e-4f9b-b0c7-635d23eb4324" providerId="ADAL" clId="{28A39B00-9C47-4116-84F5-4854052E3C67}" dt="2025-04-29T16:08:16.927" v="1218" actId="478"/>
          <ac:spMkLst>
            <pc:docMk/>
            <pc:sldMk cId="3697464234" sldId="2147197548"/>
            <ac:spMk id="4" creationId="{F9CA5188-1582-9265-312A-818C596EBDD7}"/>
          </ac:spMkLst>
        </pc:spChg>
        <pc:spChg chg="add mod">
          <ac:chgData name="Collins Ogutu" userId="291a2b64-dc0e-4f9b-b0c7-635d23eb4324" providerId="ADAL" clId="{28A39B00-9C47-4116-84F5-4854052E3C67}" dt="2025-04-29T16:08:31.394" v="1236" actId="20577"/>
          <ac:spMkLst>
            <pc:docMk/>
            <pc:sldMk cId="3697464234" sldId="2147197548"/>
            <ac:spMk id="8" creationId="{1C53E243-375B-A831-EAB0-A8EFDE64FEF0}"/>
          </ac:spMkLst>
        </pc:spChg>
        <pc:picChg chg="del">
          <ac:chgData name="Collins Ogutu" userId="291a2b64-dc0e-4f9b-b0c7-635d23eb4324" providerId="ADAL" clId="{28A39B00-9C47-4116-84F5-4854052E3C67}" dt="2025-04-29T16:11:00.820" v="1376" actId="478"/>
          <ac:picMkLst>
            <pc:docMk/>
            <pc:sldMk cId="3697464234" sldId="2147197548"/>
            <ac:picMk id="28" creationId="{ADE2AED9-73D0-9D61-E4C5-8B9162BD3CCE}"/>
          </ac:picMkLst>
        </pc:picChg>
      </pc:sldChg>
      <pc:sldMasterChg chg="delSldLayout">
        <pc:chgData name="Collins Ogutu" userId="291a2b64-dc0e-4f9b-b0c7-635d23eb4324" providerId="ADAL" clId="{28A39B00-9C47-4116-84F5-4854052E3C67}" dt="2025-04-29T16:11:34.112" v="1377" actId="47"/>
        <pc:sldMasterMkLst>
          <pc:docMk/>
          <pc:sldMasterMk cId="2797839013" sldId="2147484377"/>
        </pc:sldMasterMkLst>
        <pc:sldLayoutChg chg="del">
          <pc:chgData name="Collins Ogutu" userId="291a2b64-dc0e-4f9b-b0c7-635d23eb4324" providerId="ADAL" clId="{28A39B00-9C47-4116-84F5-4854052E3C67}" dt="2025-04-29T16:11:34.112" v="1377" actId="47"/>
          <pc:sldLayoutMkLst>
            <pc:docMk/>
            <pc:sldMasterMk cId="2797839013" sldId="2147484377"/>
            <pc:sldLayoutMk cId="3248973610" sldId="2147484417"/>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b="1" i="1" dirty="0"/>
              <a:t>Straight-liner Per Interviewer (n)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0694914667378478E-2"/>
          <c:y val="0.11290917817416138"/>
          <c:w val="0.93903369176824258"/>
          <c:h val="0.56987553467449426"/>
        </c:manualLayout>
      </c:layout>
      <c:barChart>
        <c:barDir val="col"/>
        <c:grouping val="clustered"/>
        <c:varyColors val="0"/>
        <c:ser>
          <c:idx val="0"/>
          <c:order val="0"/>
          <c:tx>
            <c:strRef>
              <c:f>Sheet1!$B$1</c:f>
              <c:strCache>
                <c:ptCount val="1"/>
                <c:pt idx="0">
                  <c:v>Count</c:v>
                </c:pt>
              </c:strCache>
            </c:strRef>
          </c:tx>
          <c:spPr>
            <a:solidFill>
              <a:schemeClr val="accent1"/>
            </a:solidFill>
            <a:ln>
              <a:noFill/>
            </a:ln>
            <a:effectLst/>
          </c:spPr>
          <c:invertIfNegative val="0"/>
          <c:cat>
            <c:strRef>
              <c:f>Sheet1!$A$2:$A$40</c:f>
              <c:strCache>
                <c:ptCount val="39"/>
                <c:pt idx="0">
                  <c:v>nb3214</c:v>
                </c:pt>
                <c:pt idx="1">
                  <c:v>nb1238</c:v>
                </c:pt>
                <c:pt idx="2">
                  <c:v>nk0136</c:v>
                </c:pt>
                <c:pt idx="3">
                  <c:v>nb1167</c:v>
                </c:pt>
                <c:pt idx="4">
                  <c:v>nc50005</c:v>
                </c:pt>
                <c:pt idx="5">
                  <c:v>ne0091</c:v>
                </c:pt>
                <c:pt idx="6">
                  <c:v>nc0028</c:v>
                </c:pt>
                <c:pt idx="7">
                  <c:v>nk1039</c:v>
                </c:pt>
                <c:pt idx="8">
                  <c:v>cr0061</c:v>
                </c:pt>
                <c:pt idx="9">
                  <c:v>nc50006</c:v>
                </c:pt>
                <c:pt idx="10">
                  <c:v>we1054</c:v>
                </c:pt>
                <c:pt idx="11">
                  <c:v>we0091</c:v>
                </c:pt>
                <c:pt idx="12">
                  <c:v>nb1776</c:v>
                </c:pt>
                <c:pt idx="13">
                  <c:v>nb2093</c:v>
                </c:pt>
                <c:pt idx="14">
                  <c:v>we0095</c:v>
                </c:pt>
                <c:pt idx="15">
                  <c:v>sr1010</c:v>
                </c:pt>
                <c:pt idx="16">
                  <c:v>nr0075</c:v>
                </c:pt>
                <c:pt idx="17">
                  <c:v>sr1047</c:v>
                </c:pt>
                <c:pt idx="18">
                  <c:v>nb1557</c:v>
                </c:pt>
                <c:pt idx="19">
                  <c:v>nc0064</c:v>
                </c:pt>
                <c:pt idx="20">
                  <c:v>nb3213</c:v>
                </c:pt>
                <c:pt idx="21">
                  <c:v>we1026</c:v>
                </c:pt>
                <c:pt idx="22">
                  <c:v>we0110</c:v>
                </c:pt>
                <c:pt idx="23">
                  <c:v>ue0119</c:v>
                </c:pt>
                <c:pt idx="24">
                  <c:v>ce1030</c:v>
                </c:pt>
                <c:pt idx="25">
                  <c:v>nb1681</c:v>
                </c:pt>
                <c:pt idx="26">
                  <c:v>ce1067</c:v>
                </c:pt>
                <c:pt idx="27">
                  <c:v>we1058</c:v>
                </c:pt>
                <c:pt idx="28">
                  <c:v>le0050</c:v>
                </c:pt>
                <c:pt idx="29">
                  <c:v>nb637</c:v>
                </c:pt>
                <c:pt idx="30">
                  <c:v>sr1080</c:v>
                </c:pt>
                <c:pt idx="31">
                  <c:v>nk0108</c:v>
                </c:pt>
                <c:pt idx="32">
                  <c:v>nb1843</c:v>
                </c:pt>
                <c:pt idx="33">
                  <c:v>nb0570</c:v>
                </c:pt>
                <c:pt idx="34">
                  <c:v>sr1044</c:v>
                </c:pt>
                <c:pt idx="35">
                  <c:v>nb1524</c:v>
                </c:pt>
                <c:pt idx="36">
                  <c:v>nr0074</c:v>
                </c:pt>
                <c:pt idx="37">
                  <c:v>we1011</c:v>
                </c:pt>
                <c:pt idx="38">
                  <c:v>ne0155</c:v>
                </c:pt>
              </c:strCache>
            </c:strRef>
          </c:cat>
          <c:val>
            <c:numRef>
              <c:f>Sheet1!$B$2:$B$40</c:f>
              <c:numCache>
                <c:formatCode>General</c:formatCode>
                <c:ptCount val="39"/>
                <c:pt idx="0">
                  <c:v>17</c:v>
                </c:pt>
                <c:pt idx="1">
                  <c:v>16</c:v>
                </c:pt>
                <c:pt idx="2">
                  <c:v>11</c:v>
                </c:pt>
                <c:pt idx="3">
                  <c:v>10</c:v>
                </c:pt>
                <c:pt idx="4">
                  <c:v>10</c:v>
                </c:pt>
                <c:pt idx="5">
                  <c:v>10</c:v>
                </c:pt>
                <c:pt idx="6">
                  <c:v>9</c:v>
                </c:pt>
                <c:pt idx="7">
                  <c:v>9</c:v>
                </c:pt>
                <c:pt idx="8">
                  <c:v>9</c:v>
                </c:pt>
                <c:pt idx="9">
                  <c:v>9</c:v>
                </c:pt>
                <c:pt idx="10">
                  <c:v>9</c:v>
                </c:pt>
                <c:pt idx="11">
                  <c:v>8</c:v>
                </c:pt>
                <c:pt idx="12">
                  <c:v>7</c:v>
                </c:pt>
                <c:pt idx="13">
                  <c:v>6</c:v>
                </c:pt>
                <c:pt idx="14">
                  <c:v>6</c:v>
                </c:pt>
                <c:pt idx="15">
                  <c:v>6</c:v>
                </c:pt>
                <c:pt idx="16">
                  <c:v>6</c:v>
                </c:pt>
                <c:pt idx="17">
                  <c:v>5</c:v>
                </c:pt>
                <c:pt idx="18">
                  <c:v>5</c:v>
                </c:pt>
                <c:pt idx="19">
                  <c:v>5</c:v>
                </c:pt>
                <c:pt idx="20">
                  <c:v>4</c:v>
                </c:pt>
                <c:pt idx="21">
                  <c:v>4</c:v>
                </c:pt>
                <c:pt idx="22">
                  <c:v>4</c:v>
                </c:pt>
                <c:pt idx="23">
                  <c:v>4</c:v>
                </c:pt>
                <c:pt idx="24">
                  <c:v>4</c:v>
                </c:pt>
                <c:pt idx="25">
                  <c:v>4</c:v>
                </c:pt>
                <c:pt idx="26">
                  <c:v>3</c:v>
                </c:pt>
                <c:pt idx="27">
                  <c:v>3</c:v>
                </c:pt>
                <c:pt idx="28">
                  <c:v>3</c:v>
                </c:pt>
                <c:pt idx="29">
                  <c:v>3</c:v>
                </c:pt>
                <c:pt idx="30">
                  <c:v>3</c:v>
                </c:pt>
                <c:pt idx="31">
                  <c:v>3</c:v>
                </c:pt>
                <c:pt idx="32">
                  <c:v>3</c:v>
                </c:pt>
                <c:pt idx="33">
                  <c:v>3</c:v>
                </c:pt>
                <c:pt idx="34">
                  <c:v>2</c:v>
                </c:pt>
                <c:pt idx="35">
                  <c:v>2</c:v>
                </c:pt>
                <c:pt idx="36">
                  <c:v>2</c:v>
                </c:pt>
                <c:pt idx="37">
                  <c:v>2</c:v>
                </c:pt>
                <c:pt idx="38">
                  <c:v>1</c:v>
                </c:pt>
              </c:numCache>
            </c:numRef>
          </c:val>
          <c:extLst>
            <c:ext xmlns:c16="http://schemas.microsoft.com/office/drawing/2014/chart" uri="{C3380CC4-5D6E-409C-BE32-E72D297353CC}">
              <c16:uniqueId val="{00000000-A756-400F-9DC6-CC6601A0F500}"/>
            </c:ext>
          </c:extLst>
        </c:ser>
        <c:dLbls>
          <c:showLegendKey val="0"/>
          <c:showVal val="0"/>
          <c:showCatName val="0"/>
          <c:showSerName val="0"/>
          <c:showPercent val="0"/>
          <c:showBubbleSize val="0"/>
        </c:dLbls>
        <c:gapWidth val="219"/>
        <c:overlap val="-27"/>
        <c:axId val="1269061967"/>
        <c:axId val="1269073487"/>
      </c:barChart>
      <c:catAx>
        <c:axId val="1269061967"/>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b="1" i="1" dirty="0"/>
                  <a:t>Interviewer</a:t>
                </a:r>
                <a:r>
                  <a:rPr lang="en-US" b="1" i="1" baseline="0" dirty="0"/>
                  <a:t> login</a:t>
                </a:r>
                <a:endParaRPr lang="en-US" b="1" i="1"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69073487"/>
        <c:crosses val="autoZero"/>
        <c:auto val="1"/>
        <c:lblAlgn val="ctr"/>
        <c:lblOffset val="100"/>
        <c:noMultiLvlLbl val="0"/>
      </c:catAx>
      <c:valAx>
        <c:axId val="12690734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690619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i="1" dirty="0"/>
              <a:t>Interviews Missing Recordings </a:t>
            </a:r>
            <a:r>
              <a:rPr lang="en-US" sz="1400" b="1" i="1" u="none" strike="noStrike" kern="1200" spc="0" baseline="0" dirty="0">
                <a:solidFill>
                  <a:srgbClr val="000000">
                    <a:lumMod val="65000"/>
                    <a:lumOff val="35000"/>
                  </a:srgbClr>
                </a:solidFill>
              </a:rPr>
              <a:t>(n)</a:t>
            </a:r>
            <a:endParaRPr lang="en-US" sz="1400" b="1" i="1" dirty="0"/>
          </a:p>
        </c:rich>
      </c:tx>
      <c:layout>
        <c:manualLayout>
          <c:xMode val="edge"/>
          <c:yMode val="edge"/>
          <c:x val="0.1758659416917675"/>
          <c:y val="4.694095841154589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1290162512367192E-2"/>
          <c:y val="0.13767553099347887"/>
          <c:w val="0.75088403741145548"/>
          <c:h val="0.69613305047628593"/>
        </c:manualLayout>
      </c:layout>
      <c:barChart>
        <c:barDir val="col"/>
        <c:grouping val="clustered"/>
        <c:varyColors val="0"/>
        <c:ser>
          <c:idx val="0"/>
          <c:order val="0"/>
          <c:tx>
            <c:strRef>
              <c:f>Sheet1!$B$1</c:f>
              <c:strCache>
                <c:ptCount val="1"/>
                <c:pt idx="0">
                  <c:v>Interviews done</c:v>
                </c:pt>
              </c:strCache>
            </c:strRef>
          </c:tx>
          <c:spPr>
            <a:solidFill>
              <a:srgbClr val="2DB57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nb0570</c:v>
                </c:pt>
                <c:pt idx="1">
                  <c:v>nb1843</c:v>
                </c:pt>
                <c:pt idx="2">
                  <c:v>nc0028</c:v>
                </c:pt>
                <c:pt idx="3">
                  <c:v>nb1524</c:v>
                </c:pt>
                <c:pt idx="4">
                  <c:v>we1011</c:v>
                </c:pt>
                <c:pt idx="5">
                  <c:v>nb637</c:v>
                </c:pt>
                <c:pt idx="6">
                  <c:v>nb1776</c:v>
                </c:pt>
                <c:pt idx="7">
                  <c:v>ne0155</c:v>
                </c:pt>
              </c:strCache>
            </c:strRef>
          </c:cat>
          <c:val>
            <c:numRef>
              <c:f>Sheet1!$B$2:$B$9</c:f>
              <c:numCache>
                <c:formatCode>General</c:formatCode>
                <c:ptCount val="8"/>
                <c:pt idx="0">
                  <c:v>58</c:v>
                </c:pt>
                <c:pt idx="1">
                  <c:v>25</c:v>
                </c:pt>
                <c:pt idx="2">
                  <c:v>20</c:v>
                </c:pt>
                <c:pt idx="3">
                  <c:v>15</c:v>
                </c:pt>
                <c:pt idx="4">
                  <c:v>15</c:v>
                </c:pt>
                <c:pt idx="5">
                  <c:v>15</c:v>
                </c:pt>
                <c:pt idx="6">
                  <c:v>14</c:v>
                </c:pt>
                <c:pt idx="7">
                  <c:v>1</c:v>
                </c:pt>
              </c:numCache>
            </c:numRef>
          </c:val>
          <c:extLst>
            <c:ext xmlns:c16="http://schemas.microsoft.com/office/drawing/2014/chart" uri="{C3380CC4-5D6E-409C-BE32-E72D297353CC}">
              <c16:uniqueId val="{00000000-EB18-406C-8E5C-898761BAA3BA}"/>
            </c:ext>
          </c:extLst>
        </c:ser>
        <c:ser>
          <c:idx val="1"/>
          <c:order val="1"/>
          <c:tx>
            <c:strRef>
              <c:f>Sheet1!$C$1</c:f>
              <c:strCache>
                <c:ptCount val="1"/>
                <c:pt idx="0">
                  <c:v>Missing recording</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nb0570</c:v>
                </c:pt>
                <c:pt idx="1">
                  <c:v>nb1843</c:v>
                </c:pt>
                <c:pt idx="2">
                  <c:v>nc0028</c:v>
                </c:pt>
                <c:pt idx="3">
                  <c:v>nb1524</c:v>
                </c:pt>
                <c:pt idx="4">
                  <c:v>we1011</c:v>
                </c:pt>
                <c:pt idx="5">
                  <c:v>nb637</c:v>
                </c:pt>
                <c:pt idx="6">
                  <c:v>nb1776</c:v>
                </c:pt>
                <c:pt idx="7">
                  <c:v>ne0155</c:v>
                </c:pt>
              </c:strCache>
            </c:strRef>
          </c:cat>
          <c:val>
            <c:numRef>
              <c:f>Sheet1!$C$2:$C$9</c:f>
              <c:numCache>
                <c:formatCode>General</c:formatCode>
                <c:ptCount val="8"/>
                <c:pt idx="0">
                  <c:v>1</c:v>
                </c:pt>
                <c:pt idx="1">
                  <c:v>1</c:v>
                </c:pt>
                <c:pt idx="2">
                  <c:v>1</c:v>
                </c:pt>
                <c:pt idx="3">
                  <c:v>11</c:v>
                </c:pt>
                <c:pt idx="4">
                  <c:v>2</c:v>
                </c:pt>
                <c:pt idx="5">
                  <c:v>2</c:v>
                </c:pt>
                <c:pt idx="6">
                  <c:v>2</c:v>
                </c:pt>
                <c:pt idx="7">
                  <c:v>1</c:v>
                </c:pt>
              </c:numCache>
            </c:numRef>
          </c:val>
          <c:extLst>
            <c:ext xmlns:c16="http://schemas.microsoft.com/office/drawing/2014/chart" uri="{C3380CC4-5D6E-409C-BE32-E72D297353CC}">
              <c16:uniqueId val="{00000003-EB18-406C-8E5C-898761BAA3BA}"/>
            </c:ext>
          </c:extLst>
        </c:ser>
        <c:dLbls>
          <c:dLblPos val="outEnd"/>
          <c:showLegendKey val="0"/>
          <c:showVal val="1"/>
          <c:showCatName val="0"/>
          <c:showSerName val="0"/>
          <c:showPercent val="0"/>
          <c:showBubbleSize val="0"/>
        </c:dLbls>
        <c:gapWidth val="219"/>
        <c:overlap val="-27"/>
        <c:axId val="1269055727"/>
        <c:axId val="1269073007"/>
      </c:barChart>
      <c:catAx>
        <c:axId val="1269055727"/>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b="1" i="1" dirty="0"/>
                  <a:t>Interviewer login</a:t>
                </a:r>
              </a:p>
            </c:rich>
          </c:tx>
          <c:layout>
            <c:manualLayout>
              <c:xMode val="edge"/>
              <c:yMode val="edge"/>
              <c:x val="0.41577213304872468"/>
              <c:y val="0.91860140726336781"/>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69073007"/>
        <c:crosses val="autoZero"/>
        <c:auto val="1"/>
        <c:lblAlgn val="ctr"/>
        <c:lblOffset val="100"/>
        <c:noMultiLvlLbl val="0"/>
      </c:catAx>
      <c:valAx>
        <c:axId val="1269073007"/>
        <c:scaling>
          <c:orientation val="minMax"/>
        </c:scaling>
        <c:delete val="1"/>
        <c:axPos val="l"/>
        <c:numFmt formatCode="General" sourceLinked="1"/>
        <c:majorTickMark val="none"/>
        <c:minorTickMark val="none"/>
        <c:tickLblPos val="nextTo"/>
        <c:crossAx val="1269055727"/>
        <c:crosses val="autoZero"/>
        <c:crossBetween val="between"/>
      </c:valAx>
      <c:spPr>
        <a:noFill/>
        <a:ln>
          <a:noFill/>
        </a:ln>
        <a:effectLst/>
      </c:spPr>
    </c:plotArea>
    <c:legend>
      <c:legendPos val="r"/>
      <c:layout>
        <c:manualLayout>
          <c:xMode val="edge"/>
          <c:yMode val="edge"/>
          <c:x val="0.77119763134291286"/>
          <c:y val="0.47617737626411671"/>
          <c:w val="0.22292790107810687"/>
          <c:h val="0.152470670097109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b="1" i="1" dirty="0"/>
              <a:t>Telephonic Back-checks Call Outcome (n)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Count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 Mismatched quota(s) e.g. different date of birth/age, different gender</c:v>
                </c:pt>
                <c:pt idx="1">
                  <c:v> Wrong usership quotas and/or recruitment criteria</c:v>
                </c:pt>
                <c:pt idx="2">
                  <c:v> Wrong telephone number or not the right email address</c:v>
                </c:pt>
                <c:pt idx="3">
                  <c:v> Unattainable/Invalid telephone number/email</c:v>
                </c:pt>
                <c:pt idx="4">
                  <c:v> Engaged/Answer machine/No response to online BC request</c:v>
                </c:pt>
                <c:pt idx="5">
                  <c:v> Everything is fine</c:v>
                </c:pt>
              </c:strCache>
            </c:strRef>
          </c:cat>
          <c:val>
            <c:numRef>
              <c:f>Sheet1!$B$2:$B$7</c:f>
              <c:numCache>
                <c:formatCode>General</c:formatCode>
                <c:ptCount val="6"/>
                <c:pt idx="0">
                  <c:v>1</c:v>
                </c:pt>
                <c:pt idx="1">
                  <c:v>8</c:v>
                </c:pt>
                <c:pt idx="2">
                  <c:v>9</c:v>
                </c:pt>
                <c:pt idx="3">
                  <c:v>59</c:v>
                </c:pt>
                <c:pt idx="4">
                  <c:v>104</c:v>
                </c:pt>
                <c:pt idx="5">
                  <c:v>194</c:v>
                </c:pt>
              </c:numCache>
            </c:numRef>
          </c:val>
          <c:extLst>
            <c:ext xmlns:c16="http://schemas.microsoft.com/office/drawing/2014/chart" uri="{C3380CC4-5D6E-409C-BE32-E72D297353CC}">
              <c16:uniqueId val="{00000000-DB89-4696-8019-33E14F537DF0}"/>
            </c:ext>
          </c:extLst>
        </c:ser>
        <c:dLbls>
          <c:dLblPos val="outEnd"/>
          <c:showLegendKey val="0"/>
          <c:showVal val="1"/>
          <c:showCatName val="0"/>
          <c:showSerName val="0"/>
          <c:showPercent val="0"/>
          <c:showBubbleSize val="0"/>
        </c:dLbls>
        <c:gapWidth val="219"/>
        <c:overlap val="-27"/>
        <c:axId val="1269146447"/>
        <c:axId val="1269146927"/>
      </c:barChart>
      <c:catAx>
        <c:axId val="1269146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69146927"/>
        <c:crosses val="autoZero"/>
        <c:auto val="1"/>
        <c:lblAlgn val="ctr"/>
        <c:lblOffset val="100"/>
        <c:noMultiLvlLbl val="0"/>
      </c:catAx>
      <c:valAx>
        <c:axId val="1269146927"/>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269146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Achievement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Kilifi</c:v>
                </c:pt>
                <c:pt idx="1">
                  <c:v>Garissa</c:v>
                </c:pt>
                <c:pt idx="2">
                  <c:v>Bungoma</c:v>
                </c:pt>
                <c:pt idx="3">
                  <c:v>Kisii</c:v>
                </c:pt>
                <c:pt idx="4">
                  <c:v>Kakamega</c:v>
                </c:pt>
                <c:pt idx="5">
                  <c:v>Meru</c:v>
                </c:pt>
                <c:pt idx="6">
                  <c:v>Machakos</c:v>
                </c:pt>
                <c:pt idx="7">
                  <c:v>Nyeri</c:v>
                </c:pt>
                <c:pt idx="8">
                  <c:v>Mombasa</c:v>
                </c:pt>
                <c:pt idx="9">
                  <c:v>Kisumu</c:v>
                </c:pt>
                <c:pt idx="10">
                  <c:v>Kiambu</c:v>
                </c:pt>
                <c:pt idx="11">
                  <c:v>Eldoret</c:v>
                </c:pt>
                <c:pt idx="12">
                  <c:v>Nakuru</c:v>
                </c:pt>
                <c:pt idx="13">
                  <c:v>Nairobi</c:v>
                </c:pt>
              </c:strCache>
            </c:strRef>
          </c:cat>
          <c:val>
            <c:numRef>
              <c:f>Sheet1!$B$2:$B$15</c:f>
              <c:numCache>
                <c:formatCode>General</c:formatCode>
                <c:ptCount val="14"/>
                <c:pt idx="0">
                  <c:v>29</c:v>
                </c:pt>
                <c:pt idx="1">
                  <c:v>30</c:v>
                </c:pt>
                <c:pt idx="2">
                  <c:v>31</c:v>
                </c:pt>
                <c:pt idx="3">
                  <c:v>39</c:v>
                </c:pt>
                <c:pt idx="4">
                  <c:v>41</c:v>
                </c:pt>
                <c:pt idx="5">
                  <c:v>50</c:v>
                </c:pt>
                <c:pt idx="6">
                  <c:v>59</c:v>
                </c:pt>
                <c:pt idx="7">
                  <c:v>70</c:v>
                </c:pt>
                <c:pt idx="8">
                  <c:v>70</c:v>
                </c:pt>
                <c:pt idx="9">
                  <c:v>71</c:v>
                </c:pt>
                <c:pt idx="10">
                  <c:v>71</c:v>
                </c:pt>
                <c:pt idx="11">
                  <c:v>111</c:v>
                </c:pt>
                <c:pt idx="12">
                  <c:v>121</c:v>
                </c:pt>
                <c:pt idx="13">
                  <c:v>226</c:v>
                </c:pt>
              </c:numCache>
            </c:numRef>
          </c:val>
          <c:extLst>
            <c:ext xmlns:c16="http://schemas.microsoft.com/office/drawing/2014/chart" uri="{C3380CC4-5D6E-409C-BE32-E72D297353CC}">
              <c16:uniqueId val="{00000000-94D1-4F7D-B7F5-C5859C0313B0}"/>
            </c:ext>
          </c:extLst>
        </c:ser>
        <c:dLbls>
          <c:dLblPos val="outEnd"/>
          <c:showLegendKey val="0"/>
          <c:showVal val="1"/>
          <c:showCatName val="0"/>
          <c:showSerName val="0"/>
          <c:showPercent val="0"/>
          <c:showBubbleSize val="0"/>
        </c:dLbls>
        <c:gapWidth val="182"/>
        <c:axId val="1166470783"/>
        <c:axId val="1166483263"/>
      </c:barChart>
      <c:catAx>
        <c:axId val="1166470783"/>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6483263"/>
        <c:crosses val="autoZero"/>
        <c:auto val="1"/>
        <c:lblAlgn val="ctr"/>
        <c:lblOffset val="100"/>
        <c:noMultiLvlLbl val="0"/>
      </c:catAx>
      <c:valAx>
        <c:axId val="1166483263"/>
        <c:scaling>
          <c:orientation val="minMax"/>
        </c:scaling>
        <c:delete val="1"/>
        <c:axPos val="b"/>
        <c:numFmt formatCode="General" sourceLinked="1"/>
        <c:majorTickMark val="out"/>
        <c:minorTickMark val="none"/>
        <c:tickLblPos val="nextTo"/>
        <c:crossAx val="11664707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Interviews_done</c:v>
                </c:pt>
              </c:strCache>
            </c:strRef>
          </c:tx>
          <c:spPr>
            <a:solidFill>
              <a:schemeClr val="accent1"/>
            </a:solidFill>
            <a:ln>
              <a:noFill/>
            </a:ln>
            <a:effectLst/>
          </c:spPr>
          <c:invertIfNegative val="0"/>
          <c:cat>
            <c:strRef>
              <c:f>Sheet1!$A$2:$A$48</c:f>
              <c:strCache>
                <c:ptCount val="47"/>
                <c:pt idx="0">
                  <c:v>nb3214</c:v>
                </c:pt>
                <c:pt idx="1">
                  <c:v>nb0570</c:v>
                </c:pt>
                <c:pt idx="2">
                  <c:v>nb3213</c:v>
                </c:pt>
                <c:pt idx="3">
                  <c:v>nb1924</c:v>
                </c:pt>
                <c:pt idx="4">
                  <c:v>nb1238</c:v>
                </c:pt>
                <c:pt idx="5">
                  <c:v>nb2093</c:v>
                </c:pt>
                <c:pt idx="6">
                  <c:v>ce1067</c:v>
                </c:pt>
                <c:pt idx="7">
                  <c:v>ce1062</c:v>
                </c:pt>
                <c:pt idx="8">
                  <c:v>ne0157</c:v>
                </c:pt>
                <c:pt idx="9">
                  <c:v>ce1064</c:v>
                </c:pt>
                <c:pt idx="10">
                  <c:v>sr0027</c:v>
                </c:pt>
                <c:pt idx="11">
                  <c:v>sr1047</c:v>
                </c:pt>
                <c:pt idx="12">
                  <c:v>sr1080</c:v>
                </c:pt>
                <c:pt idx="13">
                  <c:v>we0095</c:v>
                </c:pt>
                <c:pt idx="14">
                  <c:v>sr1044</c:v>
                </c:pt>
                <c:pt idx="15">
                  <c:v>we1058</c:v>
                </c:pt>
                <c:pt idx="16">
                  <c:v>nr0075</c:v>
                </c:pt>
                <c:pt idx="17">
                  <c:v>nb1776</c:v>
                </c:pt>
                <c:pt idx="18">
                  <c:v>le0050</c:v>
                </c:pt>
                <c:pt idx="19">
                  <c:v>nr0074</c:v>
                </c:pt>
                <c:pt idx="20">
                  <c:v>ne0091</c:v>
                </c:pt>
                <c:pt idx="21">
                  <c:v>nb1524</c:v>
                </c:pt>
                <c:pt idx="22">
                  <c:v>nb1557</c:v>
                </c:pt>
                <c:pt idx="23">
                  <c:v>cr0061</c:v>
                </c:pt>
                <c:pt idx="24">
                  <c:v>nb637</c:v>
                </c:pt>
                <c:pt idx="25">
                  <c:v>sr1010</c:v>
                </c:pt>
                <c:pt idx="26">
                  <c:v>ce1057</c:v>
                </c:pt>
                <c:pt idx="27">
                  <c:v>nk0108</c:v>
                </c:pt>
                <c:pt idx="28">
                  <c:v>nb1167</c:v>
                </c:pt>
                <c:pt idx="29">
                  <c:v>nk0136</c:v>
                </c:pt>
                <c:pt idx="30">
                  <c:v>nc0028</c:v>
                </c:pt>
                <c:pt idx="31">
                  <c:v>nb1843</c:v>
                </c:pt>
                <c:pt idx="32">
                  <c:v>we1026</c:v>
                </c:pt>
                <c:pt idx="33">
                  <c:v>we0091</c:v>
                </c:pt>
                <c:pt idx="34">
                  <c:v>nk1039</c:v>
                </c:pt>
                <c:pt idx="35">
                  <c:v>we0110</c:v>
                </c:pt>
                <c:pt idx="36">
                  <c:v>ce1072</c:v>
                </c:pt>
                <c:pt idx="37">
                  <c:v>we0149</c:v>
                </c:pt>
                <c:pt idx="38">
                  <c:v>nc50006</c:v>
                </c:pt>
                <c:pt idx="39">
                  <c:v>nc0064</c:v>
                </c:pt>
                <c:pt idx="40">
                  <c:v>ne0155</c:v>
                </c:pt>
                <c:pt idx="41">
                  <c:v>ce1030</c:v>
                </c:pt>
                <c:pt idx="42">
                  <c:v>ue0119</c:v>
                </c:pt>
                <c:pt idx="43">
                  <c:v>we1054</c:v>
                </c:pt>
                <c:pt idx="44">
                  <c:v>we1011</c:v>
                </c:pt>
                <c:pt idx="45">
                  <c:v>nb1681</c:v>
                </c:pt>
                <c:pt idx="46">
                  <c:v>nc50005</c:v>
                </c:pt>
              </c:strCache>
            </c:strRef>
          </c:cat>
          <c:val>
            <c:numRef>
              <c:f>Sheet1!$B$2:$B$48</c:f>
              <c:numCache>
                <c:formatCode>General</c:formatCode>
                <c:ptCount val="47"/>
                <c:pt idx="0">
                  <c:v>53</c:v>
                </c:pt>
                <c:pt idx="1">
                  <c:v>58</c:v>
                </c:pt>
                <c:pt idx="2">
                  <c:v>60</c:v>
                </c:pt>
                <c:pt idx="3">
                  <c:v>61</c:v>
                </c:pt>
                <c:pt idx="4">
                  <c:v>48</c:v>
                </c:pt>
                <c:pt idx="5">
                  <c:v>17</c:v>
                </c:pt>
                <c:pt idx="6">
                  <c:v>10</c:v>
                </c:pt>
                <c:pt idx="7">
                  <c:v>15</c:v>
                </c:pt>
                <c:pt idx="8">
                  <c:v>9</c:v>
                </c:pt>
                <c:pt idx="9">
                  <c:v>15</c:v>
                </c:pt>
                <c:pt idx="10">
                  <c:v>10</c:v>
                </c:pt>
                <c:pt idx="11">
                  <c:v>21</c:v>
                </c:pt>
                <c:pt idx="12">
                  <c:v>33</c:v>
                </c:pt>
                <c:pt idx="13">
                  <c:v>13</c:v>
                </c:pt>
                <c:pt idx="14">
                  <c:v>33</c:v>
                </c:pt>
                <c:pt idx="15">
                  <c:v>12</c:v>
                </c:pt>
                <c:pt idx="16">
                  <c:v>27</c:v>
                </c:pt>
                <c:pt idx="17">
                  <c:v>14</c:v>
                </c:pt>
                <c:pt idx="18">
                  <c:v>15</c:v>
                </c:pt>
                <c:pt idx="19">
                  <c:v>24</c:v>
                </c:pt>
                <c:pt idx="20">
                  <c:v>20</c:v>
                </c:pt>
                <c:pt idx="21">
                  <c:v>15</c:v>
                </c:pt>
                <c:pt idx="22">
                  <c:v>30</c:v>
                </c:pt>
                <c:pt idx="23">
                  <c:v>30</c:v>
                </c:pt>
                <c:pt idx="24">
                  <c:v>15</c:v>
                </c:pt>
                <c:pt idx="25">
                  <c:v>24</c:v>
                </c:pt>
                <c:pt idx="26">
                  <c:v>15</c:v>
                </c:pt>
                <c:pt idx="27">
                  <c:v>22</c:v>
                </c:pt>
                <c:pt idx="28">
                  <c:v>22</c:v>
                </c:pt>
                <c:pt idx="29">
                  <c:v>22</c:v>
                </c:pt>
                <c:pt idx="30">
                  <c:v>20</c:v>
                </c:pt>
                <c:pt idx="31">
                  <c:v>25</c:v>
                </c:pt>
                <c:pt idx="32">
                  <c:v>5</c:v>
                </c:pt>
                <c:pt idx="33">
                  <c:v>22</c:v>
                </c:pt>
                <c:pt idx="34">
                  <c:v>22</c:v>
                </c:pt>
                <c:pt idx="35">
                  <c:v>4</c:v>
                </c:pt>
                <c:pt idx="36">
                  <c:v>15</c:v>
                </c:pt>
                <c:pt idx="37">
                  <c:v>7</c:v>
                </c:pt>
                <c:pt idx="38">
                  <c:v>20</c:v>
                </c:pt>
                <c:pt idx="39">
                  <c:v>20</c:v>
                </c:pt>
                <c:pt idx="40">
                  <c:v>1</c:v>
                </c:pt>
                <c:pt idx="41">
                  <c:v>15</c:v>
                </c:pt>
                <c:pt idx="42">
                  <c:v>20</c:v>
                </c:pt>
                <c:pt idx="43">
                  <c:v>16</c:v>
                </c:pt>
                <c:pt idx="44">
                  <c:v>15</c:v>
                </c:pt>
                <c:pt idx="45">
                  <c:v>15</c:v>
                </c:pt>
                <c:pt idx="46">
                  <c:v>14</c:v>
                </c:pt>
              </c:numCache>
            </c:numRef>
          </c:val>
          <c:extLst>
            <c:ext xmlns:c16="http://schemas.microsoft.com/office/drawing/2014/chart" uri="{C3380CC4-5D6E-409C-BE32-E72D297353CC}">
              <c16:uniqueId val="{00000000-8859-4A16-A31A-59D30D2F646C}"/>
            </c:ext>
          </c:extLst>
        </c:ser>
        <c:dLbls>
          <c:showLegendKey val="0"/>
          <c:showVal val="0"/>
          <c:showCatName val="0"/>
          <c:showSerName val="0"/>
          <c:showPercent val="0"/>
          <c:showBubbleSize val="0"/>
        </c:dLbls>
        <c:gapWidth val="219"/>
        <c:overlap val="-27"/>
        <c:axId val="1336173216"/>
        <c:axId val="1336193376"/>
      </c:barChart>
      <c:lineChart>
        <c:grouping val="stacked"/>
        <c:varyColors val="0"/>
        <c:ser>
          <c:idx val="1"/>
          <c:order val="1"/>
          <c:tx>
            <c:strRef>
              <c:f>Sheet1!$C$1</c:f>
              <c:strCache>
                <c:ptCount val="1"/>
                <c:pt idx="0">
                  <c:v>Average LOI</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Sheet1!$A$2:$A$48</c:f>
              <c:strCache>
                <c:ptCount val="47"/>
                <c:pt idx="0">
                  <c:v>nb3214</c:v>
                </c:pt>
                <c:pt idx="1">
                  <c:v>nb0570</c:v>
                </c:pt>
                <c:pt idx="2">
                  <c:v>nb3213</c:v>
                </c:pt>
                <c:pt idx="3">
                  <c:v>nb1924</c:v>
                </c:pt>
                <c:pt idx="4">
                  <c:v>nb1238</c:v>
                </c:pt>
                <c:pt idx="5">
                  <c:v>nb2093</c:v>
                </c:pt>
                <c:pt idx="6">
                  <c:v>ce1067</c:v>
                </c:pt>
                <c:pt idx="7">
                  <c:v>ce1062</c:v>
                </c:pt>
                <c:pt idx="8">
                  <c:v>ne0157</c:v>
                </c:pt>
                <c:pt idx="9">
                  <c:v>ce1064</c:v>
                </c:pt>
                <c:pt idx="10">
                  <c:v>sr0027</c:v>
                </c:pt>
                <c:pt idx="11">
                  <c:v>sr1047</c:v>
                </c:pt>
                <c:pt idx="12">
                  <c:v>sr1080</c:v>
                </c:pt>
                <c:pt idx="13">
                  <c:v>we0095</c:v>
                </c:pt>
                <c:pt idx="14">
                  <c:v>sr1044</c:v>
                </c:pt>
                <c:pt idx="15">
                  <c:v>we1058</c:v>
                </c:pt>
                <c:pt idx="16">
                  <c:v>nr0075</c:v>
                </c:pt>
                <c:pt idx="17">
                  <c:v>nb1776</c:v>
                </c:pt>
                <c:pt idx="18">
                  <c:v>le0050</c:v>
                </c:pt>
                <c:pt idx="19">
                  <c:v>nr0074</c:v>
                </c:pt>
                <c:pt idx="20">
                  <c:v>ne0091</c:v>
                </c:pt>
                <c:pt idx="21">
                  <c:v>nb1524</c:v>
                </c:pt>
                <c:pt idx="22">
                  <c:v>nb1557</c:v>
                </c:pt>
                <c:pt idx="23">
                  <c:v>cr0061</c:v>
                </c:pt>
                <c:pt idx="24">
                  <c:v>nb637</c:v>
                </c:pt>
                <c:pt idx="25">
                  <c:v>sr1010</c:v>
                </c:pt>
                <c:pt idx="26">
                  <c:v>ce1057</c:v>
                </c:pt>
                <c:pt idx="27">
                  <c:v>nk0108</c:v>
                </c:pt>
                <c:pt idx="28">
                  <c:v>nb1167</c:v>
                </c:pt>
                <c:pt idx="29">
                  <c:v>nk0136</c:v>
                </c:pt>
                <c:pt idx="30">
                  <c:v>nc0028</c:v>
                </c:pt>
                <c:pt idx="31">
                  <c:v>nb1843</c:v>
                </c:pt>
                <c:pt idx="32">
                  <c:v>we1026</c:v>
                </c:pt>
                <c:pt idx="33">
                  <c:v>we0091</c:v>
                </c:pt>
                <c:pt idx="34">
                  <c:v>nk1039</c:v>
                </c:pt>
                <c:pt idx="35">
                  <c:v>we0110</c:v>
                </c:pt>
                <c:pt idx="36">
                  <c:v>ce1072</c:v>
                </c:pt>
                <c:pt idx="37">
                  <c:v>we0149</c:v>
                </c:pt>
                <c:pt idx="38">
                  <c:v>nc50006</c:v>
                </c:pt>
                <c:pt idx="39">
                  <c:v>nc0064</c:v>
                </c:pt>
                <c:pt idx="40">
                  <c:v>ne0155</c:v>
                </c:pt>
                <c:pt idx="41">
                  <c:v>ce1030</c:v>
                </c:pt>
                <c:pt idx="42">
                  <c:v>ue0119</c:v>
                </c:pt>
                <c:pt idx="43">
                  <c:v>we1054</c:v>
                </c:pt>
                <c:pt idx="44">
                  <c:v>we1011</c:v>
                </c:pt>
                <c:pt idx="45">
                  <c:v>nb1681</c:v>
                </c:pt>
                <c:pt idx="46">
                  <c:v>nc50005</c:v>
                </c:pt>
              </c:strCache>
            </c:strRef>
          </c:cat>
          <c:val>
            <c:numRef>
              <c:f>Sheet1!$C$2:$C$48</c:f>
              <c:numCache>
                <c:formatCode>0.0</c:formatCode>
                <c:ptCount val="47"/>
                <c:pt idx="0">
                  <c:v>34.224716981132076</c:v>
                </c:pt>
                <c:pt idx="1">
                  <c:v>27.851206896551719</c:v>
                </c:pt>
                <c:pt idx="2">
                  <c:v>26.368666666666666</c:v>
                </c:pt>
                <c:pt idx="3">
                  <c:v>28.384590163934419</c:v>
                </c:pt>
                <c:pt idx="4">
                  <c:v>32.624791666666674</c:v>
                </c:pt>
                <c:pt idx="5">
                  <c:v>31.973529411764709</c:v>
                </c:pt>
                <c:pt idx="6">
                  <c:v>44.416000000000004</c:v>
                </c:pt>
                <c:pt idx="7">
                  <c:v>38.465333333333334</c:v>
                </c:pt>
                <c:pt idx="8">
                  <c:v>42.444444444444436</c:v>
                </c:pt>
                <c:pt idx="9">
                  <c:v>42.228666666666662</c:v>
                </c:pt>
                <c:pt idx="10">
                  <c:v>30.370999999999999</c:v>
                </c:pt>
                <c:pt idx="11">
                  <c:v>32.330000000000005</c:v>
                </c:pt>
                <c:pt idx="12">
                  <c:v>30.189090909090908</c:v>
                </c:pt>
                <c:pt idx="13">
                  <c:v>41.916923076923084</c:v>
                </c:pt>
                <c:pt idx="14">
                  <c:v>42.367575757575764</c:v>
                </c:pt>
                <c:pt idx="15">
                  <c:v>33.896666666666668</c:v>
                </c:pt>
                <c:pt idx="16">
                  <c:v>33.4</c:v>
                </c:pt>
                <c:pt idx="17">
                  <c:v>34.722142857142863</c:v>
                </c:pt>
                <c:pt idx="18">
                  <c:v>32.950666666666663</c:v>
                </c:pt>
                <c:pt idx="19">
                  <c:v>37.427500000000002</c:v>
                </c:pt>
                <c:pt idx="20">
                  <c:v>40.64</c:v>
                </c:pt>
                <c:pt idx="21">
                  <c:v>28.640666666666672</c:v>
                </c:pt>
                <c:pt idx="22">
                  <c:v>37.283999999999992</c:v>
                </c:pt>
                <c:pt idx="23">
                  <c:v>34.200666666666663</c:v>
                </c:pt>
                <c:pt idx="24">
                  <c:v>30.638000000000009</c:v>
                </c:pt>
                <c:pt idx="25">
                  <c:v>33.396666666666661</c:v>
                </c:pt>
                <c:pt idx="26">
                  <c:v>32.216666666666661</c:v>
                </c:pt>
                <c:pt idx="27">
                  <c:v>31.581363636363641</c:v>
                </c:pt>
                <c:pt idx="28">
                  <c:v>40.831363636363633</c:v>
                </c:pt>
                <c:pt idx="29">
                  <c:v>36.468181818181819</c:v>
                </c:pt>
                <c:pt idx="30">
                  <c:v>37.967500000000008</c:v>
                </c:pt>
                <c:pt idx="31">
                  <c:v>41.923200000000008</c:v>
                </c:pt>
                <c:pt idx="32">
                  <c:v>44.914000000000001</c:v>
                </c:pt>
                <c:pt idx="33">
                  <c:v>26.819545454545462</c:v>
                </c:pt>
                <c:pt idx="34">
                  <c:v>35.267727272727271</c:v>
                </c:pt>
                <c:pt idx="35">
                  <c:v>27.312499999999996</c:v>
                </c:pt>
                <c:pt idx="36">
                  <c:v>42.559333333333328</c:v>
                </c:pt>
                <c:pt idx="37">
                  <c:v>26.792857142857144</c:v>
                </c:pt>
                <c:pt idx="38">
                  <c:v>32.627499999999998</c:v>
                </c:pt>
                <c:pt idx="39">
                  <c:v>41.97999999999999</c:v>
                </c:pt>
                <c:pt idx="40">
                  <c:v>37.4</c:v>
                </c:pt>
                <c:pt idx="41">
                  <c:v>36.419333333333334</c:v>
                </c:pt>
                <c:pt idx="42">
                  <c:v>36.583999999999996</c:v>
                </c:pt>
                <c:pt idx="43">
                  <c:v>33.907499999999999</c:v>
                </c:pt>
                <c:pt idx="44">
                  <c:v>26.597333333333331</c:v>
                </c:pt>
                <c:pt idx="45">
                  <c:v>43.923999999999999</c:v>
                </c:pt>
                <c:pt idx="46">
                  <c:v>33.887142857142855</c:v>
                </c:pt>
              </c:numCache>
            </c:numRef>
          </c:val>
          <c:smooth val="0"/>
          <c:extLst>
            <c:ext xmlns:c16="http://schemas.microsoft.com/office/drawing/2014/chart" uri="{C3380CC4-5D6E-409C-BE32-E72D297353CC}">
              <c16:uniqueId val="{00000001-8859-4A16-A31A-59D30D2F646C}"/>
            </c:ext>
          </c:extLst>
        </c:ser>
        <c:dLbls>
          <c:showLegendKey val="0"/>
          <c:showVal val="0"/>
          <c:showCatName val="0"/>
          <c:showSerName val="0"/>
          <c:showPercent val="0"/>
          <c:showBubbleSize val="0"/>
        </c:dLbls>
        <c:marker val="1"/>
        <c:smooth val="0"/>
        <c:axId val="1336173216"/>
        <c:axId val="1336193376"/>
      </c:lineChart>
      <c:catAx>
        <c:axId val="1336173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97" b="0" i="0" u="none" strike="noStrike" kern="1200" baseline="0">
                <a:solidFill>
                  <a:schemeClr val="tx1">
                    <a:lumMod val="65000"/>
                    <a:lumOff val="35000"/>
                  </a:schemeClr>
                </a:solidFill>
                <a:latin typeface="+mn-lt"/>
                <a:ea typeface="+mn-ea"/>
                <a:cs typeface="+mn-cs"/>
              </a:defRPr>
            </a:pPr>
            <a:endParaRPr lang="en-US"/>
          </a:p>
        </c:txPr>
        <c:crossAx val="1336193376"/>
        <c:crosses val="autoZero"/>
        <c:auto val="1"/>
        <c:lblAlgn val="ctr"/>
        <c:lblOffset val="100"/>
        <c:noMultiLvlLbl val="0"/>
      </c:catAx>
      <c:valAx>
        <c:axId val="1336193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361732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u numéro de diapositive 6">
            <a:extLst>
              <a:ext uri="{FF2B5EF4-FFF2-40B4-BE49-F238E27FC236}">
                <a16:creationId xmlns:a16="http://schemas.microsoft.com/office/drawing/2014/main" id="{24EDE16D-8876-4EF1-8863-60C2FE4CD79C}"/>
              </a:ext>
            </a:extLst>
          </p:cNvPr>
          <p:cNvSpPr>
            <a:spLocks noGrp="1"/>
          </p:cNvSpPr>
          <p:nvPr>
            <p:ph type="sldNum" sz="quarter" idx="3"/>
          </p:nvPr>
        </p:nvSpPr>
        <p:spPr>
          <a:xfrm>
            <a:off x="3188970" y="8562234"/>
            <a:ext cx="480060" cy="362639"/>
          </a:xfrm>
          <a:prstGeom prst="rect">
            <a:avLst/>
          </a:prstGeom>
        </p:spPr>
        <p:txBody>
          <a:bodyPr vert="horz" lIns="91440" tIns="45720" rIns="91440" bIns="45720" rtlCol="0" anchor="b"/>
          <a:lstStyle>
            <a:lvl1pPr algn="l">
              <a:defRPr sz="800" b="1">
                <a:latin typeface="Barlow" panose="020B0604020202020204" pitchFamily="34" charset="0"/>
              </a:defRPr>
            </a:lvl1pPr>
          </a:lstStyle>
          <a:p>
            <a:pPr algn="ctr"/>
            <a:fld id="{3B8578AD-0529-46A5-84EB-6338160D5A7D}" type="slidenum">
              <a:rPr lang="en-GB" smtClean="0"/>
              <a:pPr algn="ctr"/>
              <a:t>‹#›</a:t>
            </a:fld>
            <a:endParaRPr lang="en-GB" dirty="0"/>
          </a:p>
        </p:txBody>
      </p:sp>
      <p:pic>
        <p:nvPicPr>
          <p:cNvPr id="2" name="object 9">
            <a:extLst>
              <a:ext uri="{FF2B5EF4-FFF2-40B4-BE49-F238E27FC236}">
                <a16:creationId xmlns:a16="http://schemas.microsoft.com/office/drawing/2014/main" id="{1B3F5568-0B61-BD77-DA18-CA7F7AD5FAB1}"/>
              </a:ext>
            </a:extLst>
          </p:cNvPr>
          <p:cNvPicPr>
            <a:picLocks noChangeAspect="1"/>
          </p:cNvPicPr>
          <p:nvPr/>
        </p:nvPicPr>
        <p:blipFill>
          <a:blip r:embed="rId2" cstate="print"/>
          <a:stretch>
            <a:fillRect/>
          </a:stretch>
        </p:blipFill>
        <p:spPr>
          <a:xfrm>
            <a:off x="5970250" y="8478471"/>
            <a:ext cx="487701" cy="446400"/>
          </a:xfrm>
          <a:prstGeom prst="rect">
            <a:avLst/>
          </a:prstGeom>
        </p:spPr>
      </p:pic>
    </p:spTree>
    <p:extLst>
      <p:ext uri="{BB962C8B-B14F-4D97-AF65-F5344CB8AC3E}">
        <p14:creationId xmlns:p14="http://schemas.microsoft.com/office/powerpoint/2010/main" val="11439508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e l'image des diapositives 3"/>
          <p:cNvSpPr>
            <a:spLocks noGrp="1" noRot="1" noChangeAspect="1"/>
          </p:cNvSpPr>
          <p:nvPr>
            <p:ph type="sldImg" idx="2"/>
          </p:nvPr>
        </p:nvSpPr>
        <p:spPr>
          <a:xfrm>
            <a:off x="149225" y="152400"/>
            <a:ext cx="6569075" cy="3695700"/>
          </a:xfrm>
          <a:prstGeom prst="rect">
            <a:avLst/>
          </a:prstGeom>
          <a:noFill/>
          <a:ln w="12700">
            <a:solidFill>
              <a:srgbClr val="878787"/>
            </a:solidFill>
          </a:ln>
        </p:spPr>
        <p:txBody>
          <a:bodyPr vert="horz" lIns="91440" tIns="45720" rIns="91440" bIns="45720" rtlCol="0" anchor="ctr"/>
          <a:lstStyle/>
          <a:p>
            <a:endParaRPr lang="en-GB" dirty="0"/>
          </a:p>
        </p:txBody>
      </p:sp>
      <p:sp>
        <p:nvSpPr>
          <p:cNvPr id="6" name="Espace réservé des notes 4">
            <a:extLst>
              <a:ext uri="{FF2B5EF4-FFF2-40B4-BE49-F238E27FC236}">
                <a16:creationId xmlns:a16="http://schemas.microsoft.com/office/drawing/2014/main" id="{D3C969E9-D72B-43D0-96E0-B91161682A16}"/>
              </a:ext>
            </a:extLst>
          </p:cNvPr>
          <p:cNvSpPr>
            <a:spLocks noGrp="1"/>
          </p:cNvSpPr>
          <p:nvPr>
            <p:ph type="body" sz="quarter" idx="3"/>
          </p:nvPr>
        </p:nvSpPr>
        <p:spPr>
          <a:xfrm>
            <a:off x="317501" y="4273075"/>
            <a:ext cx="6223000" cy="4025107"/>
          </a:xfrm>
          <a:prstGeom prst="rect">
            <a:avLst/>
          </a:prstGeom>
        </p:spPr>
        <p:txBody>
          <a:bodyPr vert="horz" lIns="0" tIns="0" rIns="0" bIns="0" rtlCol="0"/>
          <a:lstStyle/>
          <a:p>
            <a:pPr marL="0" lvl="0" algn="l" defTabSz="914400" rtl="0" eaLnBrk="1" latinLnBrk="0" hangingPunct="1">
              <a:lnSpc>
                <a:spcPct val="110000"/>
              </a:lnSpc>
              <a:spcBef>
                <a:spcPts val="300"/>
              </a:spcBef>
              <a:spcAft>
                <a:spcPts val="300"/>
              </a:spcAft>
            </a:pPr>
            <a:r>
              <a:rPr lang="en-GB" noProof="0" dirty="0"/>
              <a:t>Click here to add text</a:t>
            </a:r>
          </a:p>
          <a:p>
            <a:pPr marL="171450" lvl="1" indent="-171450" algn="l" defTabSz="914400" rtl="0" eaLnBrk="1" latinLnBrk="0" hangingPunct="1">
              <a:lnSpc>
                <a:spcPct val="110000"/>
              </a:lnSpc>
              <a:spcBef>
                <a:spcPts val="300"/>
              </a:spcBef>
              <a:spcAft>
                <a:spcPts val="300"/>
              </a:spcAft>
              <a:buFont typeface="Wingdings" panose="05000000000000000000" pitchFamily="2" charset="2"/>
              <a:buChar char=""/>
            </a:pPr>
            <a:r>
              <a:rPr lang="en-GB" noProof="0" dirty="0"/>
              <a:t>First level bullet</a:t>
            </a:r>
          </a:p>
          <a:p>
            <a:pPr marL="357188" lvl="2" indent="-171450" algn="l" defTabSz="914400" rtl="0" eaLnBrk="1" latinLnBrk="0" hangingPunct="1">
              <a:lnSpc>
                <a:spcPct val="110000"/>
              </a:lnSpc>
              <a:spcBef>
                <a:spcPts val="300"/>
              </a:spcBef>
              <a:spcAft>
                <a:spcPts val="300"/>
              </a:spcAft>
              <a:buFont typeface="Barlow" panose="020B0502040204020203" pitchFamily="34" charset="0"/>
              <a:buChar char="-"/>
            </a:pPr>
            <a:r>
              <a:rPr lang="en-GB" noProof="0" dirty="0"/>
              <a:t>Second level bullet</a:t>
            </a:r>
          </a:p>
          <a:p>
            <a:pPr marL="628650" lvl="3" indent="-182563" algn="l" defTabSz="914400" rtl="0" eaLnBrk="1" latinLnBrk="0" hangingPunct="1">
              <a:lnSpc>
                <a:spcPct val="110000"/>
              </a:lnSpc>
              <a:spcBef>
                <a:spcPts val="300"/>
              </a:spcBef>
              <a:spcAft>
                <a:spcPts val="300"/>
              </a:spcAft>
              <a:buFont typeface="Barlow" panose="020B0604020202020204" pitchFamily="34" charset="0"/>
              <a:buChar char="•"/>
            </a:pPr>
            <a:r>
              <a:rPr lang="en-GB" noProof="0" dirty="0"/>
              <a:t>Third level bullet</a:t>
            </a:r>
          </a:p>
        </p:txBody>
      </p:sp>
      <p:sp>
        <p:nvSpPr>
          <p:cNvPr id="10" name="Espace réservé du numéro de diapositive 6">
            <a:extLst>
              <a:ext uri="{FF2B5EF4-FFF2-40B4-BE49-F238E27FC236}">
                <a16:creationId xmlns:a16="http://schemas.microsoft.com/office/drawing/2014/main" id="{9CC188B7-201A-41CF-A8C8-B17F56565C7C}"/>
              </a:ext>
            </a:extLst>
          </p:cNvPr>
          <p:cNvSpPr>
            <a:spLocks noGrp="1"/>
          </p:cNvSpPr>
          <p:nvPr>
            <p:ph type="sldNum" sz="quarter" idx="5"/>
          </p:nvPr>
        </p:nvSpPr>
        <p:spPr>
          <a:xfrm>
            <a:off x="3188970" y="8621402"/>
            <a:ext cx="480060" cy="362639"/>
          </a:xfrm>
          <a:prstGeom prst="rect">
            <a:avLst/>
          </a:prstGeom>
        </p:spPr>
        <p:txBody>
          <a:bodyPr vert="horz" lIns="91440" tIns="45720" rIns="91440" bIns="45720" rtlCol="0" anchor="b"/>
          <a:lstStyle>
            <a:lvl1pPr algn="ctr">
              <a:defRPr sz="800" b="1">
                <a:latin typeface="Barlow" panose="020B0604020202020204" pitchFamily="34" charset="0"/>
              </a:defRPr>
            </a:lvl1pPr>
          </a:lstStyle>
          <a:p>
            <a:fld id="{3B8578AD-0529-46A5-84EB-6338160D5A7D}" type="slidenum">
              <a:rPr lang="en-GB" smtClean="0"/>
              <a:pPr/>
              <a:t>‹#›</a:t>
            </a:fld>
            <a:endParaRPr lang="en-GB" dirty="0"/>
          </a:p>
        </p:txBody>
      </p:sp>
      <p:pic>
        <p:nvPicPr>
          <p:cNvPr id="2" name="object 9">
            <a:extLst>
              <a:ext uri="{FF2B5EF4-FFF2-40B4-BE49-F238E27FC236}">
                <a16:creationId xmlns:a16="http://schemas.microsoft.com/office/drawing/2014/main" id="{1B3F5568-0B61-BD77-DA18-CA7F7AD5FAB1}"/>
              </a:ext>
            </a:extLst>
          </p:cNvPr>
          <p:cNvPicPr>
            <a:picLocks noChangeAspect="1"/>
          </p:cNvPicPr>
          <p:nvPr/>
        </p:nvPicPr>
        <p:blipFill>
          <a:blip r:embed="rId2" cstate="print"/>
          <a:stretch>
            <a:fillRect/>
          </a:stretch>
        </p:blipFill>
        <p:spPr>
          <a:xfrm>
            <a:off x="6128381" y="8606821"/>
            <a:ext cx="412119" cy="377219"/>
          </a:xfrm>
          <a:prstGeom prst="rect">
            <a:avLst/>
          </a:prstGeom>
        </p:spPr>
      </p:pic>
    </p:spTree>
    <p:extLst>
      <p:ext uri="{BB962C8B-B14F-4D97-AF65-F5344CB8AC3E}">
        <p14:creationId xmlns:p14="http://schemas.microsoft.com/office/powerpoint/2010/main" val="42421942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n-GB" sz="1000" kern="1200" noProof="0" dirty="0" smtClean="0">
        <a:solidFill>
          <a:schemeClr val="tx1"/>
        </a:solidFill>
        <a:latin typeface="Barlow" panose="020B0604020202020204" pitchFamily="34" charset="0"/>
        <a:ea typeface="+mn-ea"/>
        <a:cs typeface="+mn-cs"/>
      </a:defRPr>
    </a:lvl1pPr>
    <a:lvl2pPr marL="457200" algn="l" defTabSz="914400" rtl="0" eaLnBrk="1" latinLnBrk="0" hangingPunct="1">
      <a:defRPr lang="en-GB" sz="1000" kern="1200" noProof="0" dirty="0" smtClean="0">
        <a:solidFill>
          <a:schemeClr val="tx1"/>
        </a:solidFill>
        <a:latin typeface="Barlow" panose="020B0604020202020204" pitchFamily="34" charset="0"/>
        <a:ea typeface="+mn-ea"/>
        <a:cs typeface="+mn-cs"/>
      </a:defRPr>
    </a:lvl2pPr>
    <a:lvl3pPr marL="914400" algn="l" defTabSz="914400" rtl="0" eaLnBrk="1" latinLnBrk="0" hangingPunct="1">
      <a:defRPr lang="en-GB" sz="1000" kern="1200" noProof="0" dirty="0" smtClean="0">
        <a:solidFill>
          <a:schemeClr val="tx1"/>
        </a:solidFill>
        <a:latin typeface="Barlow" panose="020B0604020202020204" pitchFamily="34" charset="0"/>
        <a:ea typeface="+mn-ea"/>
        <a:cs typeface="+mn-cs"/>
      </a:defRPr>
    </a:lvl3pPr>
    <a:lvl4pPr marL="1371600" algn="l" defTabSz="914400" rtl="0" eaLnBrk="1" latinLnBrk="0" hangingPunct="1">
      <a:defRPr lang="en-GB" sz="1000" kern="1200" noProof="0" dirty="0">
        <a:solidFill>
          <a:schemeClr val="tx1"/>
        </a:solidFill>
        <a:latin typeface="Barlow" panose="020B0604020202020204" pitchFamily="34" charset="0"/>
        <a:ea typeface="+mn-ea"/>
        <a:cs typeface="+mn-cs"/>
      </a:defRPr>
    </a:lvl4pPr>
    <a:lvl5pPr marL="1828800" algn="l" defTabSz="914400" rtl="0" eaLnBrk="1" latinLnBrk="0" hangingPunct="1">
      <a:defRPr sz="1200" kern="1200">
        <a:solidFill>
          <a:schemeClr val="tx1"/>
        </a:solidFill>
        <a:latin typeface="Barlow"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9225" y="152400"/>
            <a:ext cx="6569075" cy="36957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8578AD-0529-46A5-84EB-6338160D5A7D}" type="slidenum">
              <a:rPr lang="en-GB" smtClean="0"/>
              <a:pPr/>
              <a:t>1</a:t>
            </a:fld>
            <a:endParaRPr lang="en-GB" dirty="0"/>
          </a:p>
        </p:txBody>
      </p:sp>
    </p:spTree>
    <p:extLst>
      <p:ext uri="{BB962C8B-B14F-4D97-AF65-F5344CB8AC3E}">
        <p14:creationId xmlns:p14="http://schemas.microsoft.com/office/powerpoint/2010/main" val="2636398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7675" y="814388"/>
            <a:ext cx="5907088" cy="3324225"/>
          </a:xfrm>
        </p:spPr>
      </p:sp>
      <p:sp>
        <p:nvSpPr>
          <p:cNvPr id="3" name="Notes Placeholder 2"/>
          <p:cNvSpPr>
            <a:spLocks noGrp="1"/>
          </p:cNvSpPr>
          <p:nvPr>
            <p:ph type="body" idx="1"/>
          </p:nvPr>
        </p:nvSpPr>
        <p:spPr>
          <a:xfrm>
            <a:off x="685800" y="4400549"/>
            <a:ext cx="5486400" cy="3600451"/>
          </a:xfrm>
          <a:prstGeom prst="rect">
            <a:avLst/>
          </a:prstGeom>
        </p:spPr>
        <p:txBody>
          <a:bodyPr/>
          <a:lstStyle/>
          <a:p>
            <a:endParaRPr lang="en-GB" dirty="0"/>
          </a:p>
        </p:txBody>
      </p:sp>
      <p:sp>
        <p:nvSpPr>
          <p:cNvPr id="4" name="Slide Number Placeholder 3"/>
          <p:cNvSpPr>
            <a:spLocks noGrp="1"/>
          </p:cNvSpPr>
          <p:nvPr>
            <p:ph type="sldNum" sz="quarter" idx="10"/>
          </p:nvPr>
        </p:nvSpPr>
        <p:spPr>
          <a:xfrm>
            <a:off x="1943100" y="8685213"/>
            <a:ext cx="2971800" cy="458787"/>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2FB8B7E8-C405-4882-AAD0-1D72826C463D}" type="slidenum">
              <a:rPr kumimoji="0" lang="en-GB" sz="800" b="1" i="0" u="none" strike="noStrike" kern="1200" cap="none" spc="0" normalizeH="0" baseline="0" noProof="0" smtClean="0">
                <a:ln>
                  <a:noFill/>
                </a:ln>
                <a:solidFill>
                  <a:prstClr val="black"/>
                </a:solidFill>
                <a:effectLst/>
                <a:uLnTx/>
                <a:uFillTx/>
                <a:latin typeface="Barlow" panose="020B06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GB" sz="800" b="1" i="0" u="none" strike="noStrike" kern="1200" cap="none" spc="0" normalizeH="0" baseline="0" noProof="0" dirty="0">
              <a:ln>
                <a:noFill/>
              </a:ln>
              <a:solidFill>
                <a:prstClr val="black"/>
              </a:solidFill>
              <a:effectLst/>
              <a:uLnTx/>
              <a:uFillTx/>
              <a:latin typeface="Barlow" panose="020B0604020202020204" pitchFamily="34" charset="0"/>
              <a:ea typeface="+mn-ea"/>
              <a:cs typeface="+mn-cs"/>
            </a:endParaRPr>
          </a:p>
        </p:txBody>
      </p:sp>
    </p:spTree>
    <p:extLst>
      <p:ext uri="{BB962C8B-B14F-4D97-AF65-F5344CB8AC3E}">
        <p14:creationId xmlns:p14="http://schemas.microsoft.com/office/powerpoint/2010/main" val="3081337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24282" rtl="0" eaLnBrk="1" fontAlgn="auto" latinLnBrk="0" hangingPunct="1">
              <a:lnSpc>
                <a:spcPct val="100000"/>
              </a:lnSpc>
              <a:spcBef>
                <a:spcPts val="0"/>
              </a:spcBef>
              <a:spcAft>
                <a:spcPts val="0"/>
              </a:spcAft>
              <a:buClrTx/>
              <a:buSzTx/>
              <a:buFontTx/>
              <a:buNone/>
              <a:tabLst/>
              <a:defRPr/>
            </a:pPr>
            <a:fld id="{628DE85F-A49F-4D4C-8D78-799212E249B2}" type="slidenum">
              <a:rPr kumimoji="0" lang="en-GB"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24282" rtl="0" eaLnBrk="1" fontAlgn="auto" latinLnBrk="0" hangingPunct="1">
                <a:lnSpc>
                  <a:spcPct val="100000"/>
                </a:lnSpc>
                <a:spcBef>
                  <a:spcPts val="0"/>
                </a:spcBef>
                <a:spcAft>
                  <a:spcPts val="0"/>
                </a:spcAft>
                <a:buClrTx/>
                <a:buSzTx/>
                <a:buFontTx/>
                <a:buNone/>
                <a:tabLst/>
                <a:defRPr/>
              </a:pPr>
              <a:t>30</a:t>
            </a:fld>
            <a:endParaRPr kumimoji="0" lang="en-GB" sz="13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5699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Cover1">
    <p:bg>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66D97C3-1B7F-5C9F-E63F-96F1A14B6253}"/>
              </a:ext>
            </a:extLst>
          </p:cNvPr>
          <p:cNvSpPr>
            <a:spLocks noGrp="1"/>
          </p:cNvSpPr>
          <p:nvPr>
            <p:ph type="title" hasCustomPrompt="1"/>
          </p:nvPr>
        </p:nvSpPr>
        <p:spPr>
          <a:xfrm>
            <a:off x="431999" y="1350000"/>
            <a:ext cx="5825926" cy="715669"/>
          </a:xfrm>
        </p:spPr>
        <p:txBody>
          <a:bodyPr/>
          <a:lstStyle>
            <a:lvl1pPr>
              <a:defRPr sz="4800" cap="all" baseline="0">
                <a:solidFill>
                  <a:schemeClr val="bg1"/>
                </a:solidFill>
                <a:latin typeface="+mj-lt"/>
              </a:defRPr>
            </a:lvl1pPr>
          </a:lstStyle>
          <a:p>
            <a:r>
              <a:rPr lang="en-US" dirty="0"/>
              <a:t>CLICK TO EDIT MASTER TITLE STYLE</a:t>
            </a:r>
            <a:endParaRPr lang="en-GB" dirty="0"/>
          </a:p>
        </p:txBody>
      </p:sp>
      <p:sp>
        <p:nvSpPr>
          <p:cNvPr id="5" name="Subtitle">
            <a:extLst>
              <a:ext uri="{FF2B5EF4-FFF2-40B4-BE49-F238E27FC236}">
                <a16:creationId xmlns:a16="http://schemas.microsoft.com/office/drawing/2014/main" id="{6C551072-26BC-6754-FFC3-623433564F20}"/>
              </a:ext>
            </a:extLst>
          </p:cNvPr>
          <p:cNvSpPr>
            <a:spLocks noGrp="1"/>
          </p:cNvSpPr>
          <p:nvPr>
            <p:ph type="body" sz="quarter" idx="12" hasCustomPrompt="1"/>
          </p:nvPr>
        </p:nvSpPr>
        <p:spPr>
          <a:xfrm>
            <a:off x="431800" y="3494989"/>
            <a:ext cx="3851275" cy="1274763"/>
          </a:xfrm>
          <a:prstGeom prst="rect">
            <a:avLst/>
          </a:prstGeom>
        </p:spPr>
        <p:txBody>
          <a:bodyPr/>
          <a:lstStyle>
            <a:lvl1pPr>
              <a:defRPr sz="2000">
                <a:solidFill>
                  <a:schemeClr val="bg1"/>
                </a:solidFill>
              </a:defRPr>
            </a:lvl1pPr>
            <a:lvl2pPr marL="0" indent="0">
              <a:buNone/>
              <a:defRPr/>
            </a:lvl2pPr>
          </a:lstStyle>
          <a:p>
            <a:pPr lvl="0"/>
            <a:r>
              <a:rPr lang="en-US" dirty="0"/>
              <a:t>Optional additional information</a:t>
            </a:r>
          </a:p>
        </p:txBody>
      </p:sp>
      <p:sp>
        <p:nvSpPr>
          <p:cNvPr id="7" name="Picture Placeholder">
            <a:extLst>
              <a:ext uri="{FF2B5EF4-FFF2-40B4-BE49-F238E27FC236}">
                <a16:creationId xmlns:a16="http://schemas.microsoft.com/office/drawing/2014/main" id="{67F8163F-D370-5C4C-500A-7D576C590BB1}"/>
              </a:ext>
              <a:ext uri="{C183D7F6-B498-43B3-948B-1728B52AA6E4}">
                <adec:decorative xmlns:adec="http://schemas.microsoft.com/office/drawing/2017/decorative" val="1"/>
              </a:ext>
            </a:extLst>
          </p:cNvPr>
          <p:cNvSpPr>
            <a:spLocks noGrp="1"/>
          </p:cNvSpPr>
          <p:nvPr>
            <p:ph type="pic" sz="quarter" idx="11"/>
          </p:nvPr>
        </p:nvSpPr>
        <p:spPr>
          <a:xfrm>
            <a:off x="1905000" y="0"/>
            <a:ext cx="10300263" cy="6870700"/>
          </a:xfrm>
          <a:custGeom>
            <a:avLst/>
            <a:gdLst>
              <a:gd name="connsiteX0" fmla="*/ 6858000 w 10287001"/>
              <a:gd name="connsiteY0" fmla="*/ 0 h 6858000"/>
              <a:gd name="connsiteX1" fmla="*/ 10287001 w 10287001"/>
              <a:gd name="connsiteY1" fmla="*/ 0 h 6858000"/>
              <a:gd name="connsiteX2" fmla="*/ 10287001 w 10287001"/>
              <a:gd name="connsiteY2" fmla="*/ 3467099 h 6858000"/>
              <a:gd name="connsiteX3" fmla="*/ 6896100 w 10287001"/>
              <a:gd name="connsiteY3" fmla="*/ 6858000 h 6858000"/>
              <a:gd name="connsiteX4" fmla="*/ 0 w 10287001"/>
              <a:gd name="connsiteY4" fmla="*/ 6858000 h 6858000"/>
              <a:gd name="connsiteX0" fmla="*/ 6858000 w 10287001"/>
              <a:gd name="connsiteY0" fmla="*/ 0 h 6858000"/>
              <a:gd name="connsiteX1" fmla="*/ 10287001 w 10287001"/>
              <a:gd name="connsiteY1" fmla="*/ 0 h 6858000"/>
              <a:gd name="connsiteX2" fmla="*/ 10287001 w 10287001"/>
              <a:gd name="connsiteY2" fmla="*/ 3467099 h 6858000"/>
              <a:gd name="connsiteX3" fmla="*/ 8636000 w 10287001"/>
              <a:gd name="connsiteY3" fmla="*/ 5080000 h 6858000"/>
              <a:gd name="connsiteX4" fmla="*/ 6896100 w 10287001"/>
              <a:gd name="connsiteY4" fmla="*/ 6858000 h 6858000"/>
              <a:gd name="connsiteX5" fmla="*/ 0 w 10287001"/>
              <a:gd name="connsiteY5" fmla="*/ 6858000 h 6858000"/>
              <a:gd name="connsiteX6" fmla="*/ 6858000 w 10287001"/>
              <a:gd name="connsiteY6" fmla="*/ 0 h 6858000"/>
              <a:gd name="connsiteX0" fmla="*/ 6858000 w 10287001"/>
              <a:gd name="connsiteY0" fmla="*/ 0 h 6870700"/>
              <a:gd name="connsiteX1" fmla="*/ 10287001 w 10287001"/>
              <a:gd name="connsiteY1" fmla="*/ 0 h 6870700"/>
              <a:gd name="connsiteX2" fmla="*/ 10287001 w 10287001"/>
              <a:gd name="connsiteY2" fmla="*/ 3467099 h 6870700"/>
              <a:gd name="connsiteX3" fmla="*/ 10274300 w 10287001"/>
              <a:gd name="connsiteY3" fmla="*/ 6870700 h 6870700"/>
              <a:gd name="connsiteX4" fmla="*/ 6896100 w 10287001"/>
              <a:gd name="connsiteY4" fmla="*/ 6858000 h 6870700"/>
              <a:gd name="connsiteX5" fmla="*/ 0 w 10287001"/>
              <a:gd name="connsiteY5" fmla="*/ 6858000 h 6870700"/>
              <a:gd name="connsiteX6" fmla="*/ 6858000 w 10287001"/>
              <a:gd name="connsiteY6" fmla="*/ 0 h 6870700"/>
              <a:gd name="connsiteX0" fmla="*/ 6858000 w 10300263"/>
              <a:gd name="connsiteY0" fmla="*/ 0 h 6870700"/>
              <a:gd name="connsiteX1" fmla="*/ 10287001 w 10300263"/>
              <a:gd name="connsiteY1" fmla="*/ 0 h 6870700"/>
              <a:gd name="connsiteX2" fmla="*/ 10287001 w 10300263"/>
              <a:gd name="connsiteY2" fmla="*/ 3467099 h 6870700"/>
              <a:gd name="connsiteX3" fmla="*/ 10299700 w 10300263"/>
              <a:gd name="connsiteY3" fmla="*/ 6870700 h 6870700"/>
              <a:gd name="connsiteX4" fmla="*/ 6896100 w 10300263"/>
              <a:gd name="connsiteY4" fmla="*/ 6858000 h 6870700"/>
              <a:gd name="connsiteX5" fmla="*/ 0 w 10300263"/>
              <a:gd name="connsiteY5" fmla="*/ 6858000 h 6870700"/>
              <a:gd name="connsiteX6" fmla="*/ 6858000 w 10300263"/>
              <a:gd name="connsiteY6" fmla="*/ 0 h 687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00263" h="6870700">
                <a:moveTo>
                  <a:pt x="6858000" y="0"/>
                </a:moveTo>
                <a:lnTo>
                  <a:pt x="10287001" y="0"/>
                </a:lnTo>
                <a:lnTo>
                  <a:pt x="10287001" y="3467099"/>
                </a:lnTo>
                <a:cubicBezTo>
                  <a:pt x="10282767" y="4601633"/>
                  <a:pt x="10303934" y="5736166"/>
                  <a:pt x="10299700" y="6870700"/>
                </a:cubicBezTo>
                <a:lnTo>
                  <a:pt x="6896100" y="6858000"/>
                </a:lnTo>
                <a:lnTo>
                  <a:pt x="0" y="6858000"/>
                </a:lnTo>
                <a:lnTo>
                  <a:pt x="6858000" y="0"/>
                </a:lnTo>
                <a:close/>
              </a:path>
            </a:pathLst>
          </a:custGeom>
          <a:pattFill prst="dkUpDiag">
            <a:fgClr>
              <a:schemeClr val="bg1">
                <a:lumMod val="85000"/>
              </a:schemeClr>
            </a:fgClr>
            <a:bgClr>
              <a:schemeClr val="bg1"/>
            </a:bgClr>
          </a:pattFill>
        </p:spPr>
        <p:txBody>
          <a:bodyPr vert="horz" wrap="square" lIns="0" tIns="0" rIns="0" bIns="0" rtlCol="0">
            <a:noAutofit/>
          </a:bodyPr>
          <a:lstStyle>
            <a:lvl1pPr>
              <a:defRPr lang="en-GB"/>
            </a:lvl1pPr>
          </a:lstStyle>
          <a:p>
            <a:pPr lvl="0"/>
            <a:r>
              <a:rPr lang="en-US" dirty="0"/>
              <a:t>Click icon to add picture</a:t>
            </a:r>
            <a:endParaRPr lang="en-GB" dirty="0"/>
          </a:p>
        </p:txBody>
      </p:sp>
      <p:sp>
        <p:nvSpPr>
          <p:cNvPr id="3" name="Classification">
            <a:extLst>
              <a:ext uri="{FF2B5EF4-FFF2-40B4-BE49-F238E27FC236}">
                <a16:creationId xmlns:a16="http://schemas.microsoft.com/office/drawing/2014/main" id="{6A957CF6-0DF2-748E-CBF0-17B6B8878BA1}"/>
              </a:ext>
              <a:ext uri="{C183D7F6-B498-43B3-948B-1728B52AA6E4}">
                <adec:decorative xmlns:adec="http://schemas.microsoft.com/office/drawing/2017/decorative" val="1"/>
              </a:ext>
            </a:extLst>
          </p:cNvPr>
          <p:cNvSpPr txBox="1">
            <a:spLocks/>
          </p:cNvSpPr>
          <p:nvPr/>
        </p:nvSpPr>
        <p:spPr>
          <a:xfrm>
            <a:off x="431800" y="6554479"/>
            <a:ext cx="3017520" cy="12311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bg1"/>
                </a:solidFill>
              </a:rPr>
              <a:t>© Ipsos | FSG WASH  | November  2024 | Version 1  | Internal Use Only | </a:t>
            </a:r>
          </a:p>
        </p:txBody>
      </p:sp>
    </p:spTree>
    <p:extLst>
      <p:ext uri="{BB962C8B-B14F-4D97-AF65-F5344CB8AC3E}">
        <p14:creationId xmlns:p14="http://schemas.microsoft.com/office/powerpoint/2010/main" val="567886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White)">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66D97C3-1B7F-5C9F-E63F-96F1A14B6253}"/>
              </a:ext>
            </a:extLst>
          </p:cNvPr>
          <p:cNvSpPr>
            <a:spLocks noGrp="1"/>
          </p:cNvSpPr>
          <p:nvPr>
            <p:ph type="title" hasCustomPrompt="1"/>
          </p:nvPr>
        </p:nvSpPr>
        <p:spPr>
          <a:xfrm>
            <a:off x="431999" y="1350000"/>
            <a:ext cx="5825925" cy="715669"/>
          </a:xfrm>
        </p:spPr>
        <p:txBody>
          <a:bodyPr/>
          <a:lstStyle>
            <a:lvl1pPr>
              <a:defRPr sz="4800" cap="all" baseline="0">
                <a:solidFill>
                  <a:schemeClr val="tx1"/>
                </a:solidFill>
                <a:latin typeface="+mj-lt"/>
              </a:defRPr>
            </a:lvl1pPr>
          </a:lstStyle>
          <a:p>
            <a:r>
              <a:rPr lang="en-US" dirty="0"/>
              <a:t>CLICK TO EDIT MASTER TITLE STYLE</a:t>
            </a:r>
            <a:endParaRPr lang="en-GB" dirty="0"/>
          </a:p>
        </p:txBody>
      </p:sp>
      <p:sp>
        <p:nvSpPr>
          <p:cNvPr id="5" name="Subtitle">
            <a:extLst>
              <a:ext uri="{FF2B5EF4-FFF2-40B4-BE49-F238E27FC236}">
                <a16:creationId xmlns:a16="http://schemas.microsoft.com/office/drawing/2014/main" id="{8CDCDA0A-C736-B40F-7E80-2D0FC7024AC3}"/>
              </a:ext>
            </a:extLst>
          </p:cNvPr>
          <p:cNvSpPr>
            <a:spLocks noGrp="1"/>
          </p:cNvSpPr>
          <p:nvPr>
            <p:ph type="body" sz="quarter" idx="12" hasCustomPrompt="1"/>
          </p:nvPr>
        </p:nvSpPr>
        <p:spPr>
          <a:xfrm>
            <a:off x="431799" y="3494989"/>
            <a:ext cx="3851275" cy="1274763"/>
          </a:xfrm>
          <a:prstGeom prst="rect">
            <a:avLst/>
          </a:prstGeom>
        </p:spPr>
        <p:txBody>
          <a:bodyPr/>
          <a:lstStyle>
            <a:lvl1pPr>
              <a:defRPr sz="2000">
                <a:solidFill>
                  <a:schemeClr val="tx1"/>
                </a:solidFill>
              </a:defRPr>
            </a:lvl1pPr>
            <a:lvl2pPr marL="0" indent="0">
              <a:buNone/>
              <a:defRPr/>
            </a:lvl2pPr>
          </a:lstStyle>
          <a:p>
            <a:pPr lvl="0"/>
            <a:r>
              <a:rPr lang="en-US" dirty="0"/>
              <a:t>Optional additional information</a:t>
            </a:r>
          </a:p>
        </p:txBody>
      </p:sp>
      <p:sp>
        <p:nvSpPr>
          <p:cNvPr id="7" name="Picture Placeholder">
            <a:extLst>
              <a:ext uri="{FF2B5EF4-FFF2-40B4-BE49-F238E27FC236}">
                <a16:creationId xmlns:a16="http://schemas.microsoft.com/office/drawing/2014/main" id="{67F8163F-D370-5C4C-500A-7D576C590BB1}"/>
              </a:ext>
              <a:ext uri="{C183D7F6-B498-43B3-948B-1728B52AA6E4}">
                <adec:decorative xmlns:adec="http://schemas.microsoft.com/office/drawing/2017/decorative" val="1"/>
              </a:ext>
            </a:extLst>
          </p:cNvPr>
          <p:cNvSpPr>
            <a:spLocks noGrp="1"/>
          </p:cNvSpPr>
          <p:nvPr>
            <p:ph type="pic" sz="quarter" idx="11"/>
          </p:nvPr>
        </p:nvSpPr>
        <p:spPr>
          <a:xfrm>
            <a:off x="1905000" y="0"/>
            <a:ext cx="10300263" cy="6870700"/>
          </a:xfrm>
          <a:custGeom>
            <a:avLst/>
            <a:gdLst>
              <a:gd name="connsiteX0" fmla="*/ 6858000 w 10287001"/>
              <a:gd name="connsiteY0" fmla="*/ 0 h 6858000"/>
              <a:gd name="connsiteX1" fmla="*/ 10287001 w 10287001"/>
              <a:gd name="connsiteY1" fmla="*/ 0 h 6858000"/>
              <a:gd name="connsiteX2" fmla="*/ 10287001 w 10287001"/>
              <a:gd name="connsiteY2" fmla="*/ 3467099 h 6858000"/>
              <a:gd name="connsiteX3" fmla="*/ 6896100 w 10287001"/>
              <a:gd name="connsiteY3" fmla="*/ 6858000 h 6858000"/>
              <a:gd name="connsiteX4" fmla="*/ 0 w 10287001"/>
              <a:gd name="connsiteY4" fmla="*/ 6858000 h 6858000"/>
              <a:gd name="connsiteX0" fmla="*/ 6858000 w 10287001"/>
              <a:gd name="connsiteY0" fmla="*/ 0 h 6858000"/>
              <a:gd name="connsiteX1" fmla="*/ 10287001 w 10287001"/>
              <a:gd name="connsiteY1" fmla="*/ 0 h 6858000"/>
              <a:gd name="connsiteX2" fmla="*/ 10287001 w 10287001"/>
              <a:gd name="connsiteY2" fmla="*/ 3467099 h 6858000"/>
              <a:gd name="connsiteX3" fmla="*/ 8636000 w 10287001"/>
              <a:gd name="connsiteY3" fmla="*/ 5080000 h 6858000"/>
              <a:gd name="connsiteX4" fmla="*/ 6896100 w 10287001"/>
              <a:gd name="connsiteY4" fmla="*/ 6858000 h 6858000"/>
              <a:gd name="connsiteX5" fmla="*/ 0 w 10287001"/>
              <a:gd name="connsiteY5" fmla="*/ 6858000 h 6858000"/>
              <a:gd name="connsiteX6" fmla="*/ 6858000 w 10287001"/>
              <a:gd name="connsiteY6" fmla="*/ 0 h 6858000"/>
              <a:gd name="connsiteX0" fmla="*/ 6858000 w 10287001"/>
              <a:gd name="connsiteY0" fmla="*/ 0 h 6870700"/>
              <a:gd name="connsiteX1" fmla="*/ 10287001 w 10287001"/>
              <a:gd name="connsiteY1" fmla="*/ 0 h 6870700"/>
              <a:gd name="connsiteX2" fmla="*/ 10287001 w 10287001"/>
              <a:gd name="connsiteY2" fmla="*/ 3467099 h 6870700"/>
              <a:gd name="connsiteX3" fmla="*/ 10274300 w 10287001"/>
              <a:gd name="connsiteY3" fmla="*/ 6870700 h 6870700"/>
              <a:gd name="connsiteX4" fmla="*/ 6896100 w 10287001"/>
              <a:gd name="connsiteY4" fmla="*/ 6858000 h 6870700"/>
              <a:gd name="connsiteX5" fmla="*/ 0 w 10287001"/>
              <a:gd name="connsiteY5" fmla="*/ 6858000 h 6870700"/>
              <a:gd name="connsiteX6" fmla="*/ 6858000 w 10287001"/>
              <a:gd name="connsiteY6" fmla="*/ 0 h 6870700"/>
              <a:gd name="connsiteX0" fmla="*/ 6858000 w 10300263"/>
              <a:gd name="connsiteY0" fmla="*/ 0 h 6870700"/>
              <a:gd name="connsiteX1" fmla="*/ 10287001 w 10300263"/>
              <a:gd name="connsiteY1" fmla="*/ 0 h 6870700"/>
              <a:gd name="connsiteX2" fmla="*/ 10287001 w 10300263"/>
              <a:gd name="connsiteY2" fmla="*/ 3467099 h 6870700"/>
              <a:gd name="connsiteX3" fmla="*/ 10299700 w 10300263"/>
              <a:gd name="connsiteY3" fmla="*/ 6870700 h 6870700"/>
              <a:gd name="connsiteX4" fmla="*/ 6896100 w 10300263"/>
              <a:gd name="connsiteY4" fmla="*/ 6858000 h 6870700"/>
              <a:gd name="connsiteX5" fmla="*/ 0 w 10300263"/>
              <a:gd name="connsiteY5" fmla="*/ 6858000 h 6870700"/>
              <a:gd name="connsiteX6" fmla="*/ 6858000 w 10300263"/>
              <a:gd name="connsiteY6" fmla="*/ 0 h 687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00263" h="6870700">
                <a:moveTo>
                  <a:pt x="6858000" y="0"/>
                </a:moveTo>
                <a:lnTo>
                  <a:pt x="10287001" y="0"/>
                </a:lnTo>
                <a:lnTo>
                  <a:pt x="10287001" y="3467099"/>
                </a:lnTo>
                <a:cubicBezTo>
                  <a:pt x="10282767" y="4601633"/>
                  <a:pt x="10303934" y="5736166"/>
                  <a:pt x="10299700" y="6870700"/>
                </a:cubicBezTo>
                <a:lnTo>
                  <a:pt x="6896100" y="6858000"/>
                </a:lnTo>
                <a:lnTo>
                  <a:pt x="0" y="6858000"/>
                </a:lnTo>
                <a:lnTo>
                  <a:pt x="6858000" y="0"/>
                </a:lnTo>
                <a:close/>
              </a:path>
            </a:pathLst>
          </a:custGeom>
          <a:pattFill prst="dkUpDiag">
            <a:fgClr>
              <a:schemeClr val="bg1">
                <a:lumMod val="85000"/>
              </a:schemeClr>
            </a:fgClr>
            <a:bgClr>
              <a:schemeClr val="bg1"/>
            </a:bgClr>
          </a:pattFill>
        </p:spPr>
        <p:txBody>
          <a:bodyPr vert="horz" wrap="square" lIns="0" tIns="0" rIns="0" bIns="0" rtlCol="0">
            <a:noAutofit/>
          </a:bodyPr>
          <a:lstStyle>
            <a:lvl1pPr>
              <a:defRPr lang="en-GB"/>
            </a:lvl1pPr>
          </a:lstStyle>
          <a:p>
            <a:pPr lvl="0"/>
            <a:r>
              <a:rPr lang="en-US"/>
              <a:t>Click icon to add picture</a:t>
            </a:r>
            <a:endParaRPr lang="en-GB" dirty="0"/>
          </a:p>
        </p:txBody>
      </p:sp>
      <p:sp>
        <p:nvSpPr>
          <p:cNvPr id="3" name="Classification">
            <a:extLst>
              <a:ext uri="{FF2B5EF4-FFF2-40B4-BE49-F238E27FC236}">
                <a16:creationId xmlns:a16="http://schemas.microsoft.com/office/drawing/2014/main" id="{268034F8-D9C2-8C58-D3F0-75FD7B94D914}"/>
              </a:ext>
              <a:ext uri="{C183D7F6-B498-43B3-948B-1728B52AA6E4}">
                <adec:decorative xmlns:adec="http://schemas.microsoft.com/office/drawing/2017/decorative" val="1"/>
              </a:ext>
            </a:extLst>
          </p:cNvPr>
          <p:cNvSpPr txBox="1">
            <a:spLocks/>
          </p:cNvSpPr>
          <p:nvPr/>
        </p:nvSpPr>
        <p:spPr>
          <a:xfrm>
            <a:off x="440938" y="6251108"/>
            <a:ext cx="1540262" cy="369332"/>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dirty="0">
                <a:solidFill>
                  <a:schemeClr val="tx1"/>
                </a:solidFill>
                <a:effectLst/>
              </a:rPr>
              <a:t>© Ipsos | Doc Name | Month Year | Version # | Public | Internal/Client Use Only | Strictly Confidential</a:t>
            </a:r>
          </a:p>
        </p:txBody>
      </p:sp>
    </p:spTree>
    <p:extLst>
      <p:ext uri="{BB962C8B-B14F-4D97-AF65-F5344CB8AC3E}">
        <p14:creationId xmlns:p14="http://schemas.microsoft.com/office/powerpoint/2010/main" val="3959379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Divider 1">
    <p:bg>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66D97C3-1B7F-5C9F-E63F-96F1A14B6253}"/>
              </a:ext>
            </a:extLst>
          </p:cNvPr>
          <p:cNvSpPr>
            <a:spLocks noGrp="1"/>
          </p:cNvSpPr>
          <p:nvPr>
            <p:ph type="title" hasCustomPrompt="1"/>
          </p:nvPr>
        </p:nvSpPr>
        <p:spPr>
          <a:xfrm>
            <a:off x="428623" y="1350000"/>
            <a:ext cx="5536747" cy="715669"/>
          </a:xfrm>
        </p:spPr>
        <p:txBody>
          <a:bodyPr/>
          <a:lstStyle>
            <a:lvl1pPr>
              <a:defRPr sz="4800">
                <a:solidFill>
                  <a:schemeClr val="bg1"/>
                </a:solidFill>
                <a:latin typeface="+mj-lt"/>
              </a:defRPr>
            </a:lvl1pPr>
          </a:lstStyle>
          <a:p>
            <a:r>
              <a:rPr lang="en-US" dirty="0"/>
              <a:t>CLICK TO EDIT MASTER TITLE STYLE</a:t>
            </a:r>
            <a:endParaRPr lang="en-GB" dirty="0"/>
          </a:p>
        </p:txBody>
      </p:sp>
      <p:sp>
        <p:nvSpPr>
          <p:cNvPr id="6" name="Subtitle">
            <a:extLst>
              <a:ext uri="{FF2B5EF4-FFF2-40B4-BE49-F238E27FC236}">
                <a16:creationId xmlns:a16="http://schemas.microsoft.com/office/drawing/2014/main" id="{A1A0E186-5FCC-AF1B-9AB2-F4AB588ABD30}"/>
              </a:ext>
            </a:extLst>
          </p:cNvPr>
          <p:cNvSpPr>
            <a:spLocks noGrp="1"/>
          </p:cNvSpPr>
          <p:nvPr>
            <p:ph type="body" sz="quarter" idx="12" hasCustomPrompt="1"/>
          </p:nvPr>
        </p:nvSpPr>
        <p:spPr>
          <a:xfrm>
            <a:off x="431800" y="3494989"/>
            <a:ext cx="3551238" cy="1274763"/>
          </a:xfrm>
          <a:prstGeom prst="rect">
            <a:avLst/>
          </a:prstGeom>
        </p:spPr>
        <p:txBody>
          <a:bodyPr/>
          <a:lstStyle>
            <a:lvl1pPr>
              <a:defRPr sz="2000">
                <a:solidFill>
                  <a:schemeClr val="bg1"/>
                </a:solidFill>
              </a:defRPr>
            </a:lvl1pPr>
            <a:lvl2pPr marL="0" indent="0">
              <a:buNone/>
              <a:defRPr/>
            </a:lvl2pPr>
          </a:lstStyle>
          <a:p>
            <a:pPr lvl="0"/>
            <a:r>
              <a:rPr lang="en-US" dirty="0"/>
              <a:t>Optional additional information</a:t>
            </a:r>
          </a:p>
        </p:txBody>
      </p:sp>
      <p:sp>
        <p:nvSpPr>
          <p:cNvPr id="9" name="Picture Placeholder">
            <a:extLst>
              <a:ext uri="{FF2B5EF4-FFF2-40B4-BE49-F238E27FC236}">
                <a16:creationId xmlns:a16="http://schemas.microsoft.com/office/drawing/2014/main" id="{8ED5220B-285D-EC14-D33F-B34A17FD9E27}"/>
              </a:ext>
              <a:ext uri="{C183D7F6-B498-43B3-948B-1728B52AA6E4}">
                <adec:decorative xmlns:adec="http://schemas.microsoft.com/office/drawing/2017/decorative" val="1"/>
              </a:ext>
            </a:extLst>
          </p:cNvPr>
          <p:cNvSpPr>
            <a:spLocks noGrp="1"/>
          </p:cNvSpPr>
          <p:nvPr>
            <p:ph type="pic" sz="quarter" idx="11"/>
          </p:nvPr>
        </p:nvSpPr>
        <p:spPr>
          <a:xfrm>
            <a:off x="1918724" y="0"/>
            <a:ext cx="10273277" cy="6858000"/>
          </a:xfrm>
          <a:custGeom>
            <a:avLst/>
            <a:gdLst>
              <a:gd name="connsiteX0" fmla="*/ 6858000 w 10273277"/>
              <a:gd name="connsiteY0" fmla="*/ 0 h 6858000"/>
              <a:gd name="connsiteX1" fmla="*/ 10273277 w 10273277"/>
              <a:gd name="connsiteY1" fmla="*/ 0 h 6858000"/>
              <a:gd name="connsiteX2" fmla="*/ 10273277 w 10273277"/>
              <a:gd name="connsiteY2" fmla="*/ 6858000 h 6858000"/>
              <a:gd name="connsiteX3" fmla="*/ 10273276 w 10273277"/>
              <a:gd name="connsiteY3" fmla="*/ 6858000 h 6858000"/>
              <a:gd name="connsiteX4" fmla="*/ 10273276 w 10273277"/>
              <a:gd name="connsiteY4" fmla="*/ 3947601 h 6858000"/>
              <a:gd name="connsiteX5" fmla="*/ 7362877 w 10273277"/>
              <a:gd name="connsiteY5" fmla="*/ 6858000 h 6858000"/>
              <a:gd name="connsiteX6" fmla="*/ 0 w 102732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73277" h="6858000">
                <a:moveTo>
                  <a:pt x="6858000" y="0"/>
                </a:moveTo>
                <a:lnTo>
                  <a:pt x="10273277" y="0"/>
                </a:lnTo>
                <a:lnTo>
                  <a:pt x="10273277" y="6858000"/>
                </a:lnTo>
                <a:lnTo>
                  <a:pt x="10273276" y="6858000"/>
                </a:lnTo>
                <a:lnTo>
                  <a:pt x="10273276" y="3947601"/>
                </a:lnTo>
                <a:lnTo>
                  <a:pt x="7362877" y="6858000"/>
                </a:lnTo>
                <a:lnTo>
                  <a:pt x="0" y="6858000"/>
                </a:lnTo>
                <a:close/>
              </a:path>
            </a:pathLst>
          </a:custGeom>
          <a:pattFill prst="dkVert">
            <a:fgClr>
              <a:schemeClr val="bg1">
                <a:lumMod val="85000"/>
              </a:schemeClr>
            </a:fgClr>
            <a:bgClr>
              <a:schemeClr val="bg1"/>
            </a:bgClr>
          </a:pattFill>
        </p:spPr>
        <p:txBody>
          <a:bodyPr vert="horz" wrap="square" lIns="0" tIns="0" rIns="0" bIns="0" rtlCol="0">
            <a:noAutofit/>
          </a:bodyPr>
          <a:lstStyle>
            <a:lvl1pPr>
              <a:defRPr lang="en-GB"/>
            </a:lvl1pPr>
          </a:lstStyle>
          <a:p>
            <a:pPr lvl="0"/>
            <a:r>
              <a:rPr lang="en-US"/>
              <a:t>Click icon to add picture</a:t>
            </a:r>
            <a:endParaRPr lang="en-GB"/>
          </a:p>
        </p:txBody>
      </p:sp>
      <p:sp>
        <p:nvSpPr>
          <p:cNvPr id="5" name="Classification">
            <a:extLst>
              <a:ext uri="{FF2B5EF4-FFF2-40B4-BE49-F238E27FC236}">
                <a16:creationId xmlns:a16="http://schemas.microsoft.com/office/drawing/2014/main" id="{A2DBDE31-A0D1-C0E0-CFCE-D83929DAC7B6}"/>
              </a:ext>
              <a:ext uri="{C183D7F6-B498-43B3-948B-1728B52AA6E4}">
                <adec:decorative xmlns:adec="http://schemas.microsoft.com/office/drawing/2017/decorative" val="1"/>
              </a:ext>
            </a:extLst>
          </p:cNvPr>
          <p:cNvSpPr txBox="1">
            <a:spLocks/>
          </p:cNvSpPr>
          <p:nvPr/>
        </p:nvSpPr>
        <p:spPr>
          <a:xfrm>
            <a:off x="440938" y="6251108"/>
            <a:ext cx="1695772" cy="369332"/>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dirty="0">
                <a:solidFill>
                  <a:schemeClr val="bg1"/>
                </a:solidFill>
                <a:effectLst/>
              </a:rPr>
              <a:t>© Ipsos | Doc Name | Month Year | Version # | Public | Internal/Client Use Only | Strictly Confidential</a:t>
            </a:r>
          </a:p>
        </p:txBody>
      </p:sp>
      <p:pic>
        <p:nvPicPr>
          <p:cNvPr id="3" name="Ipsos Logo">
            <a:extLst>
              <a:ext uri="{FF2B5EF4-FFF2-40B4-BE49-F238E27FC236}">
                <a16:creationId xmlns:a16="http://schemas.microsoft.com/office/drawing/2014/main" id="{C738F64B-9716-3D49-6390-B27B601A90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159681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ivider 3">
    <p:bg>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024DFEA-2014-1751-E480-8A66CDCDA552}"/>
              </a:ext>
            </a:extLst>
          </p:cNvPr>
          <p:cNvSpPr>
            <a:spLocks noGrp="1"/>
          </p:cNvSpPr>
          <p:nvPr>
            <p:ph type="title"/>
          </p:nvPr>
        </p:nvSpPr>
        <p:spPr>
          <a:xfrm>
            <a:off x="432000" y="1350000"/>
            <a:ext cx="6095800" cy="1610016"/>
          </a:xfrm>
        </p:spPr>
        <p:txBody>
          <a:bodyPr/>
          <a:lstStyle>
            <a:lvl1pPr>
              <a:defRPr sz="4800" cap="all" baseline="0">
                <a:solidFill>
                  <a:schemeClr val="bg1"/>
                </a:solidFill>
                <a:latin typeface="+mj-lt"/>
              </a:defRPr>
            </a:lvl1pPr>
          </a:lstStyle>
          <a:p>
            <a:r>
              <a:rPr lang="en-US"/>
              <a:t>Click to edit Master title style</a:t>
            </a:r>
            <a:endParaRPr lang="en-GB" dirty="0"/>
          </a:p>
        </p:txBody>
      </p:sp>
      <p:sp>
        <p:nvSpPr>
          <p:cNvPr id="17" name="Subtitle">
            <a:extLst>
              <a:ext uri="{FF2B5EF4-FFF2-40B4-BE49-F238E27FC236}">
                <a16:creationId xmlns:a16="http://schemas.microsoft.com/office/drawing/2014/main" id="{1C3EC48E-82FF-AD78-A375-4569D055911C}"/>
              </a:ext>
            </a:extLst>
          </p:cNvPr>
          <p:cNvSpPr>
            <a:spLocks noGrp="1"/>
          </p:cNvSpPr>
          <p:nvPr>
            <p:ph type="body" sz="quarter" idx="11" hasCustomPrompt="1"/>
          </p:nvPr>
        </p:nvSpPr>
        <p:spPr>
          <a:xfrm>
            <a:off x="431800" y="3494989"/>
            <a:ext cx="6096000" cy="1274763"/>
          </a:xfrm>
          <a:prstGeom prst="rect">
            <a:avLst/>
          </a:prstGeom>
        </p:spPr>
        <p:txBody>
          <a:bodyPr/>
          <a:lstStyle>
            <a:lvl1pPr>
              <a:defRPr sz="2000">
                <a:solidFill>
                  <a:schemeClr val="bg1"/>
                </a:solidFill>
              </a:defRPr>
            </a:lvl1pPr>
            <a:lvl2pPr marL="0" indent="0">
              <a:buNone/>
              <a:defRPr/>
            </a:lvl2pPr>
          </a:lstStyle>
          <a:p>
            <a:pPr lvl="0"/>
            <a:r>
              <a:rPr lang="en-US" dirty="0"/>
              <a:t>Optional additional information</a:t>
            </a:r>
          </a:p>
        </p:txBody>
      </p:sp>
      <p:sp>
        <p:nvSpPr>
          <p:cNvPr id="11" name="Chapter Number">
            <a:extLst>
              <a:ext uri="{FF2B5EF4-FFF2-40B4-BE49-F238E27FC236}">
                <a16:creationId xmlns:a16="http://schemas.microsoft.com/office/drawing/2014/main" id="{7066FE41-55CD-1D44-7ED7-B1E742AF1832}"/>
              </a:ext>
              <a:ext uri="{C183D7F6-B498-43B3-948B-1728B52AA6E4}">
                <adec:decorative xmlns:adec="http://schemas.microsoft.com/office/drawing/2017/decorative" val="1"/>
              </a:ext>
            </a:extLst>
          </p:cNvPr>
          <p:cNvSpPr>
            <a:spLocks noGrp="1"/>
          </p:cNvSpPr>
          <p:nvPr>
            <p:ph type="body" sz="quarter" idx="10" hasCustomPrompt="1"/>
          </p:nvPr>
        </p:nvSpPr>
        <p:spPr>
          <a:xfrm>
            <a:off x="9148762" y="1032463"/>
            <a:ext cx="2600325" cy="1820863"/>
          </a:xfrm>
          <a:prstGeom prst="rect">
            <a:avLst/>
          </a:prstGeom>
        </p:spPr>
        <p:txBody>
          <a:bodyPr/>
          <a:lstStyle>
            <a:lvl1pPr algn="ctr">
              <a:lnSpc>
                <a:spcPct val="100000"/>
              </a:lnSpc>
              <a:spcBef>
                <a:spcPts val="0"/>
              </a:spcBef>
              <a:spcAft>
                <a:spcPts val="0"/>
              </a:spcAft>
              <a:defRPr sz="11700" b="1">
                <a:solidFill>
                  <a:schemeClr val="bg1"/>
                </a:solidFill>
              </a:defRPr>
            </a:lvl1pPr>
          </a:lstStyle>
          <a:p>
            <a:pPr lvl="0"/>
            <a:r>
              <a:rPr lang="en-US" dirty="0"/>
              <a:t>##</a:t>
            </a:r>
          </a:p>
        </p:txBody>
      </p:sp>
      <p:sp>
        <p:nvSpPr>
          <p:cNvPr id="3" name="Triangle">
            <a:extLst>
              <a:ext uri="{FF2B5EF4-FFF2-40B4-BE49-F238E27FC236}">
                <a16:creationId xmlns:a16="http://schemas.microsoft.com/office/drawing/2014/main" id="{A47BBA45-30B2-1AE1-4D29-166B974CDEE5}"/>
              </a:ext>
              <a:ext uri="{C183D7F6-B498-43B3-948B-1728B52AA6E4}">
                <adec:decorative xmlns:adec="http://schemas.microsoft.com/office/drawing/2017/decorative" val="1"/>
              </a:ext>
            </a:extLst>
          </p:cNvPr>
          <p:cNvSpPr/>
          <p:nvPr/>
        </p:nvSpPr>
        <p:spPr>
          <a:xfrm rot="16200000">
            <a:off x="9281601" y="3947601"/>
            <a:ext cx="2910399" cy="291039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2000"/>
              </a:lnSpc>
              <a:spcBef>
                <a:spcPts val="400"/>
              </a:spcBef>
              <a:spcAft>
                <a:spcPts val="400"/>
              </a:spcAft>
            </a:pPr>
            <a:endParaRPr lang="en-GB" sz="1200" dirty="0">
              <a:solidFill>
                <a:schemeClr val="tx1"/>
              </a:solidFill>
            </a:endParaRPr>
          </a:p>
        </p:txBody>
      </p:sp>
      <p:sp>
        <p:nvSpPr>
          <p:cNvPr id="16" name="Classification">
            <a:extLst>
              <a:ext uri="{FF2B5EF4-FFF2-40B4-BE49-F238E27FC236}">
                <a16:creationId xmlns:a16="http://schemas.microsoft.com/office/drawing/2014/main" id="{FDD80340-4635-16C0-216B-A823C681F101}"/>
              </a:ext>
              <a:ext uri="{C183D7F6-B498-43B3-948B-1728B52AA6E4}">
                <adec:decorative xmlns:adec="http://schemas.microsoft.com/office/drawing/2017/decorative" val="1"/>
              </a:ext>
            </a:extLst>
          </p:cNvPr>
          <p:cNvSpPr txBox="1">
            <a:spLocks/>
          </p:cNvSpPr>
          <p:nvPr userDrawn="1"/>
        </p:nvSpPr>
        <p:spPr>
          <a:xfrm>
            <a:off x="440935" y="6497329"/>
            <a:ext cx="4020229" cy="12311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bg1"/>
                </a:solidFill>
              </a:rPr>
              <a:t>© Ipsos | Caribbean Multichoice  | December 2024 | Quality Report | Version 1 | </a:t>
            </a:r>
          </a:p>
        </p:txBody>
      </p:sp>
      <p:sp>
        <p:nvSpPr>
          <p:cNvPr id="14" name="Slide Number">
            <a:extLst>
              <a:ext uri="{FF2B5EF4-FFF2-40B4-BE49-F238E27FC236}">
                <a16:creationId xmlns:a16="http://schemas.microsoft.com/office/drawing/2014/main" id="{72396438-1F17-18D4-E6ED-2C81438578DE}"/>
              </a:ext>
              <a:ext uri="{C183D7F6-B498-43B3-948B-1728B52AA6E4}">
                <adec:decorative xmlns:adec="http://schemas.microsoft.com/office/drawing/2017/decorative" val="1"/>
              </a:ext>
            </a:extLst>
          </p:cNvPr>
          <p:cNvSpPr txBox="1"/>
          <p:nvPr userDrawn="1"/>
        </p:nvSpPr>
        <p:spPr>
          <a:xfrm>
            <a:off x="5849681" y="6479951"/>
            <a:ext cx="492637" cy="140488"/>
          </a:xfrm>
          <a:prstGeom prst="rect">
            <a:avLst/>
          </a:prstGeom>
          <a:noFill/>
        </p:spPr>
        <p:txBody>
          <a:bodyPr wrap="square" lIns="0" tIns="0" rIns="0" bIns="0" rtlCol="0">
            <a:spAutoFit/>
          </a:bodyPr>
          <a:lstStyle/>
          <a:p>
            <a:pPr algn="ctr" rtl="0">
              <a:lnSpc>
                <a:spcPct val="110000"/>
              </a:lnSpc>
              <a:spcBef>
                <a:spcPts val="400"/>
              </a:spcBef>
              <a:spcAft>
                <a:spcPts val="400"/>
              </a:spcAft>
            </a:pPr>
            <a:fld id="{42C674B8-9BBC-4FFF-A23E-570BB0655C41}" type="slidenum">
              <a:rPr lang="en-GB" sz="900" smtClean="0">
                <a:solidFill>
                  <a:schemeClr val="bg1"/>
                </a:solidFill>
              </a:rPr>
              <a:pPr algn="ctr" rtl="0">
                <a:lnSpc>
                  <a:spcPct val="110000"/>
                </a:lnSpc>
                <a:spcBef>
                  <a:spcPts val="400"/>
                </a:spcBef>
                <a:spcAft>
                  <a:spcPts val="400"/>
                </a:spcAft>
              </a:pPr>
              <a:t>‹#›</a:t>
            </a:fld>
            <a:endParaRPr lang="en-GB" sz="900" dirty="0">
              <a:solidFill>
                <a:schemeClr val="bg1"/>
              </a:solidFill>
            </a:endParaRPr>
          </a:p>
        </p:txBody>
      </p:sp>
      <p:pic>
        <p:nvPicPr>
          <p:cNvPr id="5" name="Ipsos Logo">
            <a:extLst>
              <a:ext uri="{FF2B5EF4-FFF2-40B4-BE49-F238E27FC236}">
                <a16:creationId xmlns:a16="http://schemas.microsoft.com/office/drawing/2014/main" id="{0B670EF9-49DC-A59C-6B97-BFCFA58E272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4183611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4">
    <p:bg>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66D97C3-1B7F-5C9F-E63F-96F1A14B6253}"/>
              </a:ext>
            </a:extLst>
          </p:cNvPr>
          <p:cNvSpPr>
            <a:spLocks noGrp="1"/>
          </p:cNvSpPr>
          <p:nvPr>
            <p:ph type="title" hasCustomPrompt="1"/>
          </p:nvPr>
        </p:nvSpPr>
        <p:spPr>
          <a:xfrm>
            <a:off x="432000" y="1350000"/>
            <a:ext cx="6797676" cy="715669"/>
          </a:xfrm>
        </p:spPr>
        <p:txBody>
          <a:bodyPr vert="horz" wrap="square" lIns="0" tIns="0" rIns="0" bIns="0" rtlCol="0" anchor="t">
            <a:noAutofit/>
          </a:bodyPr>
          <a:lstStyle>
            <a:lvl1pPr>
              <a:defRPr lang="en-GB" sz="4800" b="0" cap="all" baseline="0" dirty="0">
                <a:solidFill>
                  <a:schemeClr val="bg1"/>
                </a:solidFill>
                <a:latin typeface="+mj-lt"/>
              </a:defRPr>
            </a:lvl1pPr>
          </a:lstStyle>
          <a:p>
            <a:pPr lvl="0"/>
            <a:r>
              <a:rPr lang="en-US" dirty="0"/>
              <a:t>CLICK TO EDIT MASTER TITLE STYLE</a:t>
            </a:r>
            <a:endParaRPr lang="en-GB" dirty="0"/>
          </a:p>
        </p:txBody>
      </p:sp>
      <p:sp>
        <p:nvSpPr>
          <p:cNvPr id="8" name="Subtitle">
            <a:extLst>
              <a:ext uri="{FF2B5EF4-FFF2-40B4-BE49-F238E27FC236}">
                <a16:creationId xmlns:a16="http://schemas.microsoft.com/office/drawing/2014/main" id="{29E5EE94-2CAC-A691-BCF2-845687798E3E}"/>
              </a:ext>
            </a:extLst>
          </p:cNvPr>
          <p:cNvSpPr>
            <a:spLocks noGrp="1"/>
          </p:cNvSpPr>
          <p:nvPr>
            <p:ph type="body" sz="quarter" idx="11" hasCustomPrompt="1"/>
          </p:nvPr>
        </p:nvSpPr>
        <p:spPr>
          <a:xfrm>
            <a:off x="432000" y="3494989"/>
            <a:ext cx="6096000" cy="1274763"/>
          </a:xfrm>
          <a:prstGeom prst="rect">
            <a:avLst/>
          </a:prstGeom>
        </p:spPr>
        <p:txBody>
          <a:bodyPr/>
          <a:lstStyle>
            <a:lvl1pPr>
              <a:defRPr sz="2000">
                <a:solidFill>
                  <a:schemeClr val="bg1"/>
                </a:solidFill>
              </a:defRPr>
            </a:lvl1pPr>
            <a:lvl2pPr marL="0" indent="0">
              <a:buNone/>
              <a:defRPr/>
            </a:lvl2pPr>
          </a:lstStyle>
          <a:p>
            <a:pPr lvl="0"/>
            <a:r>
              <a:rPr lang="en-US" dirty="0"/>
              <a:t>Optional additional information</a:t>
            </a:r>
          </a:p>
        </p:txBody>
      </p:sp>
      <p:sp>
        <p:nvSpPr>
          <p:cNvPr id="10" name="Picture Placeholder">
            <a:extLst>
              <a:ext uri="{FF2B5EF4-FFF2-40B4-BE49-F238E27FC236}">
                <a16:creationId xmlns:a16="http://schemas.microsoft.com/office/drawing/2014/main" id="{92B650A8-9C21-DC86-F471-38B40FC6D582}"/>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3975100 h 6858000"/>
              <a:gd name="connsiteX3" fmla="*/ 93091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3975100"/>
                </a:lnTo>
                <a:lnTo>
                  <a:pt x="9309100" y="6858000"/>
                </a:lnTo>
                <a:lnTo>
                  <a:pt x="0" y="6858000"/>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a:lvl1pPr>
          </a:lstStyle>
          <a:p>
            <a:pPr lvl="0" algn="ctr"/>
            <a:r>
              <a:rPr lang="en-GB" dirty="0"/>
              <a:t>Click icon to insert image</a:t>
            </a:r>
          </a:p>
        </p:txBody>
      </p:sp>
      <p:sp>
        <p:nvSpPr>
          <p:cNvPr id="4" name="Classification">
            <a:extLst>
              <a:ext uri="{FF2B5EF4-FFF2-40B4-BE49-F238E27FC236}">
                <a16:creationId xmlns:a16="http://schemas.microsoft.com/office/drawing/2014/main" id="{F24B9245-8C3F-D9F1-7FC8-4D3768017B0D}"/>
              </a:ext>
              <a:ext uri="{C183D7F6-B498-43B3-948B-1728B52AA6E4}">
                <adec:decorative xmlns:adec="http://schemas.microsoft.com/office/drawing/2017/decorative" val="1"/>
              </a:ext>
            </a:extLst>
          </p:cNvPr>
          <p:cNvSpPr txBox="1">
            <a:spLocks/>
          </p:cNvSpPr>
          <p:nvPr userDrawn="1"/>
        </p:nvSpPr>
        <p:spPr>
          <a:xfrm>
            <a:off x="440938" y="6374219"/>
            <a:ext cx="2600712" cy="24622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bg1"/>
                </a:solidFill>
              </a:rPr>
              <a:t>© Ipsos | Service Charter | May 2024 | Version 1  | Internal Use Only | </a:t>
            </a:r>
          </a:p>
        </p:txBody>
      </p:sp>
      <p:sp>
        <p:nvSpPr>
          <p:cNvPr id="6" name="Slide Number">
            <a:extLst>
              <a:ext uri="{FF2B5EF4-FFF2-40B4-BE49-F238E27FC236}">
                <a16:creationId xmlns:a16="http://schemas.microsoft.com/office/drawing/2014/main" id="{202AE276-86A8-A521-58F1-3F84240A5B51}"/>
              </a:ext>
              <a:ext uri="{C183D7F6-B498-43B3-948B-1728B52AA6E4}">
                <adec:decorative xmlns:adec="http://schemas.microsoft.com/office/drawing/2017/decorative" val="1"/>
              </a:ext>
            </a:extLst>
          </p:cNvPr>
          <p:cNvSpPr txBox="1"/>
          <p:nvPr userDrawn="1"/>
        </p:nvSpPr>
        <p:spPr>
          <a:xfrm>
            <a:off x="5849681" y="6479951"/>
            <a:ext cx="492637" cy="140488"/>
          </a:xfrm>
          <a:prstGeom prst="rect">
            <a:avLst/>
          </a:prstGeom>
          <a:noFill/>
        </p:spPr>
        <p:txBody>
          <a:bodyPr wrap="square" lIns="0" tIns="0" rIns="0" bIns="0" rtlCol="0">
            <a:spAutoFit/>
          </a:bodyPr>
          <a:lstStyle/>
          <a:p>
            <a:pPr algn="ctr" rtl="0">
              <a:lnSpc>
                <a:spcPct val="110000"/>
              </a:lnSpc>
              <a:spcBef>
                <a:spcPts val="400"/>
              </a:spcBef>
              <a:spcAft>
                <a:spcPts val="400"/>
              </a:spcAft>
            </a:pPr>
            <a:fld id="{42C674B8-9BBC-4FFF-A23E-570BB0655C41}" type="slidenum">
              <a:rPr lang="en-GB" sz="900" smtClean="0">
                <a:solidFill>
                  <a:schemeClr val="bg1">
                    <a:lumMod val="65000"/>
                  </a:schemeClr>
                </a:solidFill>
              </a:rPr>
              <a:pPr algn="ctr" rtl="0">
                <a:lnSpc>
                  <a:spcPct val="110000"/>
                </a:lnSpc>
                <a:spcBef>
                  <a:spcPts val="400"/>
                </a:spcBef>
                <a:spcAft>
                  <a:spcPts val="400"/>
                </a:spcAft>
              </a:pPr>
              <a:t>‹#›</a:t>
            </a:fld>
            <a:endParaRPr lang="en-GB" sz="900" dirty="0">
              <a:solidFill>
                <a:schemeClr val="bg1">
                  <a:lumMod val="65000"/>
                </a:schemeClr>
              </a:solidFill>
            </a:endParaRPr>
          </a:p>
        </p:txBody>
      </p:sp>
      <p:pic>
        <p:nvPicPr>
          <p:cNvPr id="12" name="Ipsos Logo">
            <a:extLst>
              <a:ext uri="{FF2B5EF4-FFF2-40B4-BE49-F238E27FC236}">
                <a16:creationId xmlns:a16="http://schemas.microsoft.com/office/drawing/2014/main" id="{BEC051CE-FCDB-2EBC-A53E-B4922F048E1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394836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3011884-C2D5-14CD-9848-37C5CB013EB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19642856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ouble column 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31429DE-4D63-DCEA-0E6E-B1E263115B2B}"/>
              </a:ext>
            </a:extLst>
          </p:cNvPr>
          <p:cNvSpPr>
            <a:spLocks noGrp="1"/>
          </p:cNvSpPr>
          <p:nvPr>
            <p:ph type="title" hasCustomPrompt="1"/>
          </p:nvPr>
        </p:nvSpPr>
        <p:spPr/>
        <p:txBody>
          <a:bodyPr/>
          <a:lstStyle>
            <a:lvl1pPr>
              <a:defRPr/>
            </a:lvl1pPr>
          </a:lstStyle>
          <a:p>
            <a:r>
              <a:rPr lang="en-US" dirty="0"/>
              <a:t>Double column layout</a:t>
            </a:r>
            <a:endParaRPr lang="en-GB" dirty="0"/>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450000" y="1808163"/>
            <a:ext cx="11299088" cy="3861312"/>
          </a:xfrm>
          <a:prstGeom prst="rect">
            <a:avLst/>
          </a:prstGeom>
        </p:spPr>
        <p:txBody>
          <a:bodyPr numCol="2" spcCol="288000">
            <a:noAutofit/>
          </a:bodyPr>
          <a:lstStyle>
            <a:lvl1pPr>
              <a:lnSpc>
                <a:spcPct val="115000"/>
              </a:lnSpc>
              <a:spcBef>
                <a:spcPts val="400"/>
              </a:spcBef>
              <a:defRPr sz="1200">
                <a:solidFill>
                  <a:schemeClr val="tx1"/>
                </a:solidFill>
              </a:defRPr>
            </a:lvl1pPr>
            <a:lvl2pPr marL="180975" indent="-180975">
              <a:lnSpc>
                <a:spcPct val="115000"/>
              </a:lnSpc>
              <a:spcBef>
                <a:spcPts val="400"/>
              </a:spcBef>
              <a:buSzPct val="100000"/>
              <a:defRPr lang="en-GB" sz="1200" kern="1200" dirty="0">
                <a:solidFill>
                  <a:schemeClr val="tx1"/>
                </a:solidFill>
                <a:latin typeface="+mn-lt"/>
                <a:ea typeface="+mn-ea"/>
                <a:cs typeface="+mn-cs"/>
              </a:defRPr>
            </a:lvl2pPr>
            <a:lvl3pPr>
              <a:lnSpc>
                <a:spcPct val="115000"/>
              </a:lnSpc>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Tree>
    <p:extLst>
      <p:ext uri="{BB962C8B-B14F-4D97-AF65-F5344CB8AC3E}">
        <p14:creationId xmlns:p14="http://schemas.microsoft.com/office/powerpoint/2010/main" val="337183860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column 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31429DE-4D63-DCEA-0E6E-B1E263115B2B}"/>
              </a:ext>
            </a:extLst>
          </p:cNvPr>
          <p:cNvSpPr>
            <a:spLocks noGrp="1"/>
          </p:cNvSpPr>
          <p:nvPr>
            <p:ph type="title" hasCustomPrompt="1"/>
          </p:nvPr>
        </p:nvSpPr>
        <p:spPr/>
        <p:txBody>
          <a:bodyPr/>
          <a:lstStyle>
            <a:lvl1pPr>
              <a:defRPr/>
            </a:lvl1pPr>
          </a:lstStyle>
          <a:p>
            <a:r>
              <a:rPr lang="en-US" dirty="0"/>
              <a:t>Four column layout</a:t>
            </a:r>
            <a:endParaRPr lang="en-GB" dirty="0"/>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450000" y="1808163"/>
            <a:ext cx="11299088" cy="3861312"/>
          </a:xfrm>
          <a:prstGeom prst="rect">
            <a:avLst/>
          </a:prstGeom>
        </p:spPr>
        <p:txBody>
          <a:bodyPr numCol="4" spcCol="288000">
            <a:noAutofit/>
          </a:bodyPr>
          <a:lstStyle>
            <a:lvl1pPr>
              <a:spcBef>
                <a:spcPts val="400"/>
              </a:spcBef>
              <a:defRPr sz="1200">
                <a:solidFill>
                  <a:schemeClr val="tx1"/>
                </a:solidFill>
              </a:defRPr>
            </a:lvl1pPr>
            <a:lvl2pPr marL="180975" indent="-180975">
              <a:spcBef>
                <a:spcPts val="400"/>
              </a:spcBef>
              <a:buSzPct val="100000"/>
              <a:buFont typeface="Arial" panose="020B0604020202020204" pitchFamily="34" charset="0"/>
              <a:buChar char="•"/>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Tree>
    <p:extLst>
      <p:ext uri="{BB962C8B-B14F-4D97-AF65-F5344CB8AC3E}">
        <p14:creationId xmlns:p14="http://schemas.microsoft.com/office/powerpoint/2010/main" val="196312471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column image r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31429DE-4D63-DCEA-0E6E-B1E263115B2B}"/>
              </a:ext>
            </a:extLst>
          </p:cNvPr>
          <p:cNvSpPr>
            <a:spLocks noGrp="1"/>
          </p:cNvSpPr>
          <p:nvPr>
            <p:ph type="title" hasCustomPrompt="1"/>
          </p:nvPr>
        </p:nvSpPr>
        <p:spPr>
          <a:xfrm>
            <a:off x="450000" y="701874"/>
            <a:ext cx="8398725" cy="715669"/>
          </a:xfrm>
        </p:spPr>
        <p:txBody>
          <a:bodyPr/>
          <a:lstStyle>
            <a:lvl1pPr>
              <a:defRPr/>
            </a:lvl1pPr>
          </a:lstStyle>
          <a:p>
            <a:r>
              <a:rPr lang="en-US" dirty="0"/>
              <a:t>3 column textbox</a:t>
            </a:r>
            <a:endParaRPr lang="en-GB" dirty="0"/>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450000" y="1808163"/>
            <a:ext cx="8398725" cy="4140200"/>
          </a:xfrm>
          <a:prstGeom prst="rect">
            <a:avLst/>
          </a:prstGeom>
        </p:spPr>
        <p:txBody>
          <a:bodyPr numCol="3" spcCol="288000">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4" name="Picture Placeholder">
            <a:extLst>
              <a:ext uri="{FF2B5EF4-FFF2-40B4-BE49-F238E27FC236}">
                <a16:creationId xmlns:a16="http://schemas.microsoft.com/office/drawing/2014/main" id="{556ABC33-C372-AF5C-2E2E-D41F4EF2DF98}"/>
              </a:ext>
              <a:ext uri="{C183D7F6-B498-43B3-948B-1728B52AA6E4}">
                <adec:decorative xmlns:adec="http://schemas.microsoft.com/office/drawing/2017/decorative" val="1"/>
              </a:ext>
            </a:extLst>
          </p:cNvPr>
          <p:cNvSpPr>
            <a:spLocks noGrp="1"/>
          </p:cNvSpPr>
          <p:nvPr>
            <p:ph type="pic" sz="quarter" idx="10"/>
          </p:nvPr>
        </p:nvSpPr>
        <p:spPr>
          <a:xfrm>
            <a:off x="9160365" y="0"/>
            <a:ext cx="2591650" cy="5948363"/>
          </a:xfrm>
          <a:custGeom>
            <a:avLst/>
            <a:gdLst>
              <a:gd name="connsiteX0" fmla="*/ 0 w 2591650"/>
              <a:gd name="connsiteY0" fmla="*/ 0 h 5948363"/>
              <a:gd name="connsiteX1" fmla="*/ 2591650 w 2591650"/>
              <a:gd name="connsiteY1" fmla="*/ 0 h 5948363"/>
              <a:gd name="connsiteX2" fmla="*/ 2591650 w 2591650"/>
              <a:gd name="connsiteY2" fmla="*/ 5583497 h 5948363"/>
              <a:gd name="connsiteX3" fmla="*/ 2226784 w 2591650"/>
              <a:gd name="connsiteY3" fmla="*/ 5948363 h 5948363"/>
              <a:gd name="connsiteX4" fmla="*/ 0 w 2591650"/>
              <a:gd name="connsiteY4" fmla="*/ 5948363 h 5948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650" h="5948363">
                <a:moveTo>
                  <a:pt x="0" y="0"/>
                </a:moveTo>
                <a:lnTo>
                  <a:pt x="2591650" y="0"/>
                </a:lnTo>
                <a:lnTo>
                  <a:pt x="2591650" y="5583497"/>
                </a:lnTo>
                <a:lnTo>
                  <a:pt x="2226784" y="5948363"/>
                </a:lnTo>
                <a:lnTo>
                  <a:pt x="0" y="5948363"/>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a:lvl1pPr>
          </a:lstStyle>
          <a:p>
            <a:pPr lvl="0" algn="ctr"/>
            <a:r>
              <a:rPr lang="en-US"/>
              <a:t>Click icon to add picture</a:t>
            </a:r>
            <a:endParaRPr lang="en-GB"/>
          </a:p>
        </p:txBody>
      </p:sp>
    </p:spTree>
    <p:extLst>
      <p:ext uri="{BB962C8B-B14F-4D97-AF65-F5344CB8AC3E}">
        <p14:creationId xmlns:p14="http://schemas.microsoft.com/office/powerpoint/2010/main" val="406675762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umn image lef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31429DE-4D63-DCEA-0E6E-B1E263115B2B}"/>
              </a:ext>
            </a:extLst>
          </p:cNvPr>
          <p:cNvSpPr>
            <a:spLocks noGrp="1"/>
          </p:cNvSpPr>
          <p:nvPr>
            <p:ph type="title" hasCustomPrompt="1"/>
          </p:nvPr>
        </p:nvSpPr>
        <p:spPr>
          <a:xfrm>
            <a:off x="3370476" y="701874"/>
            <a:ext cx="8398725" cy="715669"/>
          </a:xfrm>
        </p:spPr>
        <p:txBody>
          <a:bodyPr/>
          <a:lstStyle>
            <a:lvl1pPr>
              <a:defRPr/>
            </a:lvl1pPr>
          </a:lstStyle>
          <a:p>
            <a:r>
              <a:rPr lang="en-US" dirty="0"/>
              <a:t>3 column textbox</a:t>
            </a:r>
            <a:endParaRPr lang="en-GB" dirty="0"/>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3370476" y="1808163"/>
            <a:ext cx="8398725" cy="4140200"/>
          </a:xfrm>
          <a:prstGeom prst="rect">
            <a:avLst/>
          </a:prstGeom>
        </p:spPr>
        <p:txBody>
          <a:bodyPr numCol="3" spcCol="288000">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12" name="Picture Placeholder">
            <a:extLst>
              <a:ext uri="{FF2B5EF4-FFF2-40B4-BE49-F238E27FC236}">
                <a16:creationId xmlns:a16="http://schemas.microsoft.com/office/drawing/2014/main" id="{F3960A8C-54BB-8626-EFC5-24884A3D9000}"/>
              </a:ext>
              <a:ext uri="{C183D7F6-B498-43B3-948B-1728B52AA6E4}">
                <adec:decorative xmlns:adec="http://schemas.microsoft.com/office/drawing/2017/decorative" val="1"/>
              </a:ext>
            </a:extLst>
          </p:cNvPr>
          <p:cNvSpPr>
            <a:spLocks noGrp="1"/>
          </p:cNvSpPr>
          <p:nvPr>
            <p:ph type="pic" sz="quarter" idx="10"/>
          </p:nvPr>
        </p:nvSpPr>
        <p:spPr>
          <a:xfrm>
            <a:off x="450001" y="0"/>
            <a:ext cx="2591650" cy="5948363"/>
          </a:xfrm>
          <a:custGeom>
            <a:avLst/>
            <a:gdLst>
              <a:gd name="connsiteX0" fmla="*/ 0 w 2591650"/>
              <a:gd name="connsiteY0" fmla="*/ 0 h 5948363"/>
              <a:gd name="connsiteX1" fmla="*/ 2591650 w 2591650"/>
              <a:gd name="connsiteY1" fmla="*/ 0 h 5948363"/>
              <a:gd name="connsiteX2" fmla="*/ 2591650 w 2591650"/>
              <a:gd name="connsiteY2" fmla="*/ 5583497 h 5948363"/>
              <a:gd name="connsiteX3" fmla="*/ 2226784 w 2591650"/>
              <a:gd name="connsiteY3" fmla="*/ 5948363 h 5948363"/>
              <a:gd name="connsiteX4" fmla="*/ 0 w 2591650"/>
              <a:gd name="connsiteY4" fmla="*/ 5948363 h 5948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650" h="5948363">
                <a:moveTo>
                  <a:pt x="0" y="0"/>
                </a:moveTo>
                <a:lnTo>
                  <a:pt x="2591650" y="0"/>
                </a:lnTo>
                <a:lnTo>
                  <a:pt x="2591650" y="5583497"/>
                </a:lnTo>
                <a:lnTo>
                  <a:pt x="2226784" y="5948363"/>
                </a:lnTo>
                <a:lnTo>
                  <a:pt x="0" y="5948363"/>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a:lvl1pPr>
          </a:lstStyle>
          <a:p>
            <a:pPr lvl="0" algn="ctr"/>
            <a:r>
              <a:rPr lang="en-US"/>
              <a:t>Click icon to add picture</a:t>
            </a:r>
            <a:endParaRPr lang="en-GB"/>
          </a:p>
        </p:txBody>
      </p:sp>
    </p:spTree>
    <p:extLst>
      <p:ext uri="{BB962C8B-B14F-4D97-AF65-F5344CB8AC3E}">
        <p14:creationId xmlns:p14="http://schemas.microsoft.com/office/powerpoint/2010/main" val="303935037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images with text">
    <p:spTree>
      <p:nvGrpSpPr>
        <p:cNvPr id="1" name=""/>
        <p:cNvGrpSpPr/>
        <p:nvPr/>
      </p:nvGrpSpPr>
      <p:grpSpPr>
        <a:xfrm>
          <a:off x="0" y="0"/>
          <a:ext cx="0" cy="0"/>
          <a:chOff x="0" y="0"/>
          <a:chExt cx="0" cy="0"/>
        </a:xfrm>
      </p:grpSpPr>
      <p:sp>
        <p:nvSpPr>
          <p:cNvPr id="2" name="Title" descr="Header">
            <a:extLst>
              <a:ext uri="{FF2B5EF4-FFF2-40B4-BE49-F238E27FC236}">
                <a16:creationId xmlns:a16="http://schemas.microsoft.com/office/drawing/2014/main" id="{A87C81DC-5176-4847-8B6F-B68FF50589B8}"/>
              </a:ext>
            </a:extLst>
          </p:cNvPr>
          <p:cNvSpPr>
            <a:spLocks noGrp="1"/>
          </p:cNvSpPr>
          <p:nvPr>
            <p:ph type="title"/>
          </p:nvPr>
        </p:nvSpPr>
        <p:spPr/>
        <p:txBody>
          <a:bodyPr/>
          <a:lstStyle/>
          <a:p>
            <a:r>
              <a:rPr lang="en-US"/>
              <a:t>Click to edit Master title style</a:t>
            </a:r>
            <a:endParaRPr lang="en-GB"/>
          </a:p>
        </p:txBody>
      </p:sp>
      <p:sp>
        <p:nvSpPr>
          <p:cNvPr id="23" name="Picture Placeholder 1">
            <a:extLst>
              <a:ext uri="{FF2B5EF4-FFF2-40B4-BE49-F238E27FC236}">
                <a16:creationId xmlns:a16="http://schemas.microsoft.com/office/drawing/2014/main" id="{D9563778-0759-A3C7-2077-55D205685E9A}"/>
              </a:ext>
              <a:ext uri="{C183D7F6-B498-43B3-948B-1728B52AA6E4}">
                <adec:decorative xmlns:adec="http://schemas.microsoft.com/office/drawing/2017/decorative" val="1"/>
              </a:ext>
            </a:extLst>
          </p:cNvPr>
          <p:cNvSpPr>
            <a:spLocks noGrp="1"/>
          </p:cNvSpPr>
          <p:nvPr>
            <p:ph type="pic" sz="quarter" idx="21" hasCustomPrompt="1"/>
          </p:nvPr>
        </p:nvSpPr>
        <p:spPr>
          <a:xfrm>
            <a:off x="450000" y="1819723"/>
            <a:ext cx="2563200" cy="2060179"/>
          </a:xfrm>
          <a:custGeom>
            <a:avLst/>
            <a:gdLst>
              <a:gd name="connsiteX0" fmla="*/ 0 w 2563200"/>
              <a:gd name="connsiteY0" fmla="*/ 0 h 2060179"/>
              <a:gd name="connsiteX1" fmla="*/ 2563200 w 2563200"/>
              <a:gd name="connsiteY1" fmla="*/ 0 h 2060179"/>
              <a:gd name="connsiteX2" fmla="*/ 2563200 w 2563200"/>
              <a:gd name="connsiteY2" fmla="*/ 1710166 h 2060179"/>
              <a:gd name="connsiteX3" fmla="*/ 2213187 w 2563200"/>
              <a:gd name="connsiteY3" fmla="*/ 2060179 h 2060179"/>
              <a:gd name="connsiteX4" fmla="*/ 0 w 2563200"/>
              <a:gd name="connsiteY4" fmla="*/ 2060179 h 2060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200" h="2060179">
                <a:moveTo>
                  <a:pt x="0" y="0"/>
                </a:moveTo>
                <a:lnTo>
                  <a:pt x="2563200" y="0"/>
                </a:lnTo>
                <a:lnTo>
                  <a:pt x="2563200" y="1710166"/>
                </a:lnTo>
                <a:lnTo>
                  <a:pt x="2213187" y="2060179"/>
                </a:lnTo>
                <a:lnTo>
                  <a:pt x="0" y="2060179"/>
                </a:lnTo>
                <a:close/>
              </a:path>
            </a:pathLst>
          </a:custGeom>
          <a:pattFill prst="wdUpDiag">
            <a:fgClr>
              <a:schemeClr val="bg1">
                <a:lumMod val="95000"/>
              </a:schemeClr>
            </a:fgClr>
            <a:bgClr>
              <a:schemeClr val="bg1"/>
            </a:bgClr>
          </a:pattFill>
        </p:spPr>
        <p:txBody>
          <a:bodyPr wrap="square">
            <a:noAutofit/>
          </a:bodyPr>
          <a:lstStyle/>
          <a:p>
            <a:r>
              <a:rPr lang="en-GB" dirty="0"/>
              <a:t> </a:t>
            </a:r>
          </a:p>
        </p:txBody>
      </p:sp>
      <p:sp>
        <p:nvSpPr>
          <p:cNvPr id="8" name="Placeholder 1">
            <a:extLst>
              <a:ext uri="{FF2B5EF4-FFF2-40B4-BE49-F238E27FC236}">
                <a16:creationId xmlns:a16="http://schemas.microsoft.com/office/drawing/2014/main" id="{1F8BA170-026C-4B90-B5B2-B245369E3B17}"/>
              </a:ext>
            </a:extLst>
          </p:cNvPr>
          <p:cNvSpPr>
            <a:spLocks noGrp="1"/>
          </p:cNvSpPr>
          <p:nvPr>
            <p:ph idx="1" hasCustomPrompt="1"/>
          </p:nvPr>
        </p:nvSpPr>
        <p:spPr>
          <a:xfrm>
            <a:off x="450000" y="4149080"/>
            <a:ext cx="2562696" cy="1511945"/>
          </a:xfrm>
          <a:prstGeom prst="rect">
            <a:avLst/>
          </a:prstGeom>
        </p:spPr>
        <p:txBody>
          <a:bodyPr>
            <a:noAutofit/>
          </a:bodyPr>
          <a:lstStyle>
            <a:lvl1pPr>
              <a:spcBef>
                <a:spcPts val="400"/>
              </a:spcBef>
              <a:defRPr sz="1200">
                <a:solidFill>
                  <a:schemeClr val="tx1"/>
                </a:solidFill>
              </a:defRPr>
            </a:lvl1pPr>
            <a:lvl2pPr>
              <a:spcBef>
                <a:spcPts val="400"/>
              </a:spcBef>
              <a:defRPr sz="1200">
                <a:solidFill>
                  <a:schemeClr val="tx1"/>
                </a:solidFill>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Caption here</a:t>
            </a:r>
          </a:p>
        </p:txBody>
      </p:sp>
      <p:sp>
        <p:nvSpPr>
          <p:cNvPr id="24" name="Picture Placeholder 2">
            <a:extLst>
              <a:ext uri="{FF2B5EF4-FFF2-40B4-BE49-F238E27FC236}">
                <a16:creationId xmlns:a16="http://schemas.microsoft.com/office/drawing/2014/main" id="{FB1AC80C-DFEB-8A6B-FAF6-4387D370320D}"/>
              </a:ext>
              <a:ext uri="{C183D7F6-B498-43B3-948B-1728B52AA6E4}">
                <adec:decorative xmlns:adec="http://schemas.microsoft.com/office/drawing/2017/decorative" val="1"/>
              </a:ext>
            </a:extLst>
          </p:cNvPr>
          <p:cNvSpPr>
            <a:spLocks noGrp="1"/>
          </p:cNvSpPr>
          <p:nvPr>
            <p:ph type="pic" sz="quarter" idx="23" hasCustomPrompt="1"/>
          </p:nvPr>
        </p:nvSpPr>
        <p:spPr>
          <a:xfrm>
            <a:off x="3352152" y="1819723"/>
            <a:ext cx="2563200" cy="2060179"/>
          </a:xfrm>
          <a:custGeom>
            <a:avLst/>
            <a:gdLst>
              <a:gd name="connsiteX0" fmla="*/ 0 w 2563200"/>
              <a:gd name="connsiteY0" fmla="*/ 0 h 2060179"/>
              <a:gd name="connsiteX1" fmla="*/ 2563200 w 2563200"/>
              <a:gd name="connsiteY1" fmla="*/ 0 h 2060179"/>
              <a:gd name="connsiteX2" fmla="*/ 2563200 w 2563200"/>
              <a:gd name="connsiteY2" fmla="*/ 1693911 h 2060179"/>
              <a:gd name="connsiteX3" fmla="*/ 2196932 w 2563200"/>
              <a:gd name="connsiteY3" fmla="*/ 2060179 h 2060179"/>
              <a:gd name="connsiteX4" fmla="*/ 0 w 2563200"/>
              <a:gd name="connsiteY4" fmla="*/ 2060179 h 2060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200" h="2060179">
                <a:moveTo>
                  <a:pt x="0" y="0"/>
                </a:moveTo>
                <a:lnTo>
                  <a:pt x="2563200" y="0"/>
                </a:lnTo>
                <a:lnTo>
                  <a:pt x="2563200" y="1693911"/>
                </a:lnTo>
                <a:lnTo>
                  <a:pt x="2196932" y="2060179"/>
                </a:lnTo>
                <a:lnTo>
                  <a:pt x="0" y="2060179"/>
                </a:lnTo>
                <a:close/>
              </a:path>
            </a:pathLst>
          </a:custGeom>
          <a:pattFill prst="wdUpDiag">
            <a:fgClr>
              <a:schemeClr val="bg1">
                <a:lumMod val="95000"/>
              </a:schemeClr>
            </a:fgClr>
            <a:bgClr>
              <a:schemeClr val="bg1"/>
            </a:bgClr>
          </a:pattFill>
        </p:spPr>
        <p:txBody>
          <a:bodyPr wrap="square">
            <a:noAutofit/>
          </a:bodyPr>
          <a:lstStyle/>
          <a:p>
            <a:r>
              <a:rPr lang="en-GB" dirty="0"/>
              <a:t> </a:t>
            </a:r>
          </a:p>
        </p:txBody>
      </p:sp>
      <p:sp>
        <p:nvSpPr>
          <p:cNvPr id="9" name="Placeholder 2">
            <a:extLst>
              <a:ext uri="{FF2B5EF4-FFF2-40B4-BE49-F238E27FC236}">
                <a16:creationId xmlns:a16="http://schemas.microsoft.com/office/drawing/2014/main" id="{3E6D404C-1B2B-4D62-A705-92420C5E0B10}"/>
              </a:ext>
            </a:extLst>
          </p:cNvPr>
          <p:cNvSpPr>
            <a:spLocks noGrp="1"/>
          </p:cNvSpPr>
          <p:nvPr>
            <p:ph idx="20" hasCustomPrompt="1"/>
          </p:nvPr>
        </p:nvSpPr>
        <p:spPr>
          <a:xfrm>
            <a:off x="3353284" y="4149080"/>
            <a:ext cx="2562696" cy="1511945"/>
          </a:xfrm>
          <a:prstGeom prst="rect">
            <a:avLst/>
          </a:prstGeom>
        </p:spPr>
        <p:txBody>
          <a:bodyPr>
            <a:noAutofit/>
          </a:bodyPr>
          <a:lstStyle>
            <a:lvl1pPr>
              <a:spcBef>
                <a:spcPts val="400"/>
              </a:spcBef>
              <a:defRPr sz="1200">
                <a:solidFill>
                  <a:schemeClr val="tx1"/>
                </a:solidFill>
              </a:defRPr>
            </a:lvl1pPr>
            <a:lvl2pPr>
              <a:spcBef>
                <a:spcPts val="400"/>
              </a:spcBef>
              <a:defRPr sz="1200">
                <a:solidFill>
                  <a:schemeClr val="tx1"/>
                </a:solidFill>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Caption here</a:t>
            </a:r>
          </a:p>
        </p:txBody>
      </p:sp>
      <p:sp>
        <p:nvSpPr>
          <p:cNvPr id="25" name="Picture Placeholder 3">
            <a:extLst>
              <a:ext uri="{FF2B5EF4-FFF2-40B4-BE49-F238E27FC236}">
                <a16:creationId xmlns:a16="http://schemas.microsoft.com/office/drawing/2014/main" id="{004EB87B-CDC2-8FD8-CC85-2C6F84F137A5}"/>
              </a:ext>
              <a:ext uri="{C183D7F6-B498-43B3-948B-1728B52AA6E4}">
                <adec:decorative xmlns:adec="http://schemas.microsoft.com/office/drawing/2017/decorative" val="1"/>
              </a:ext>
            </a:extLst>
          </p:cNvPr>
          <p:cNvSpPr>
            <a:spLocks noGrp="1"/>
          </p:cNvSpPr>
          <p:nvPr>
            <p:ph type="pic" sz="quarter" idx="24" hasCustomPrompt="1"/>
          </p:nvPr>
        </p:nvSpPr>
        <p:spPr>
          <a:xfrm>
            <a:off x="6261392" y="1819723"/>
            <a:ext cx="2563200" cy="2060179"/>
          </a:xfrm>
          <a:custGeom>
            <a:avLst/>
            <a:gdLst>
              <a:gd name="connsiteX0" fmla="*/ 0 w 2563200"/>
              <a:gd name="connsiteY0" fmla="*/ 0 h 2060179"/>
              <a:gd name="connsiteX1" fmla="*/ 2563200 w 2563200"/>
              <a:gd name="connsiteY1" fmla="*/ 0 h 2060179"/>
              <a:gd name="connsiteX2" fmla="*/ 2563200 w 2563200"/>
              <a:gd name="connsiteY2" fmla="*/ 1693911 h 2060179"/>
              <a:gd name="connsiteX3" fmla="*/ 2196932 w 2563200"/>
              <a:gd name="connsiteY3" fmla="*/ 2060179 h 2060179"/>
              <a:gd name="connsiteX4" fmla="*/ 0 w 2563200"/>
              <a:gd name="connsiteY4" fmla="*/ 2060179 h 2060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200" h="2060179">
                <a:moveTo>
                  <a:pt x="0" y="0"/>
                </a:moveTo>
                <a:lnTo>
                  <a:pt x="2563200" y="0"/>
                </a:lnTo>
                <a:lnTo>
                  <a:pt x="2563200" y="1693911"/>
                </a:lnTo>
                <a:lnTo>
                  <a:pt x="2196932" y="2060179"/>
                </a:lnTo>
                <a:lnTo>
                  <a:pt x="0" y="2060179"/>
                </a:lnTo>
                <a:close/>
              </a:path>
            </a:pathLst>
          </a:custGeom>
          <a:pattFill prst="wdUpDiag">
            <a:fgClr>
              <a:schemeClr val="bg1">
                <a:lumMod val="95000"/>
              </a:schemeClr>
            </a:fgClr>
            <a:bgClr>
              <a:schemeClr val="bg1"/>
            </a:bgClr>
          </a:pattFill>
        </p:spPr>
        <p:txBody>
          <a:bodyPr wrap="square">
            <a:noAutofit/>
          </a:bodyPr>
          <a:lstStyle/>
          <a:p>
            <a:r>
              <a:rPr lang="en-GB" dirty="0"/>
              <a:t> </a:t>
            </a:r>
          </a:p>
        </p:txBody>
      </p:sp>
      <p:sp>
        <p:nvSpPr>
          <p:cNvPr id="10" name="Placeholder 3">
            <a:extLst>
              <a:ext uri="{FF2B5EF4-FFF2-40B4-BE49-F238E27FC236}">
                <a16:creationId xmlns:a16="http://schemas.microsoft.com/office/drawing/2014/main" id="{923258DA-B24D-4726-BEDE-A9FF5A9B32FF}"/>
              </a:ext>
            </a:extLst>
          </p:cNvPr>
          <p:cNvSpPr>
            <a:spLocks noGrp="1"/>
          </p:cNvSpPr>
          <p:nvPr>
            <p:ph idx="26" hasCustomPrompt="1"/>
          </p:nvPr>
        </p:nvSpPr>
        <p:spPr>
          <a:xfrm>
            <a:off x="6276263" y="4149080"/>
            <a:ext cx="2562696" cy="1511945"/>
          </a:xfrm>
          <a:prstGeom prst="rect">
            <a:avLst/>
          </a:prstGeom>
        </p:spPr>
        <p:txBody>
          <a:bodyPr>
            <a:noAutofit/>
          </a:bodyPr>
          <a:lstStyle>
            <a:lvl1pPr>
              <a:spcBef>
                <a:spcPts val="400"/>
              </a:spcBef>
              <a:defRPr sz="1200">
                <a:solidFill>
                  <a:schemeClr val="tx1"/>
                </a:solidFill>
              </a:defRPr>
            </a:lvl1pPr>
            <a:lvl2pPr>
              <a:spcBef>
                <a:spcPts val="400"/>
              </a:spcBef>
              <a:defRPr sz="1200">
                <a:solidFill>
                  <a:schemeClr val="tx1"/>
                </a:solidFill>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Caption here</a:t>
            </a:r>
          </a:p>
        </p:txBody>
      </p:sp>
      <p:sp>
        <p:nvSpPr>
          <p:cNvPr id="26" name="Picture Placeholder 4">
            <a:extLst>
              <a:ext uri="{FF2B5EF4-FFF2-40B4-BE49-F238E27FC236}">
                <a16:creationId xmlns:a16="http://schemas.microsoft.com/office/drawing/2014/main" id="{A79420B5-3D8F-CDB3-2EEE-E20638F61C99}"/>
              </a:ext>
              <a:ext uri="{C183D7F6-B498-43B3-948B-1728B52AA6E4}">
                <adec:decorative xmlns:adec="http://schemas.microsoft.com/office/drawing/2017/decorative" val="1"/>
              </a:ext>
            </a:extLst>
          </p:cNvPr>
          <p:cNvSpPr>
            <a:spLocks noGrp="1"/>
          </p:cNvSpPr>
          <p:nvPr>
            <p:ph type="pic" sz="quarter" idx="25" hasCustomPrompt="1"/>
          </p:nvPr>
        </p:nvSpPr>
        <p:spPr>
          <a:xfrm>
            <a:off x="9170632" y="1819723"/>
            <a:ext cx="2563200" cy="2060179"/>
          </a:xfrm>
          <a:custGeom>
            <a:avLst/>
            <a:gdLst>
              <a:gd name="connsiteX0" fmla="*/ 0 w 2563200"/>
              <a:gd name="connsiteY0" fmla="*/ 0 h 2060179"/>
              <a:gd name="connsiteX1" fmla="*/ 2563200 w 2563200"/>
              <a:gd name="connsiteY1" fmla="*/ 0 h 2060179"/>
              <a:gd name="connsiteX2" fmla="*/ 2563200 w 2563200"/>
              <a:gd name="connsiteY2" fmla="*/ 1693911 h 2060179"/>
              <a:gd name="connsiteX3" fmla="*/ 2196932 w 2563200"/>
              <a:gd name="connsiteY3" fmla="*/ 2060179 h 2060179"/>
              <a:gd name="connsiteX4" fmla="*/ 0 w 2563200"/>
              <a:gd name="connsiteY4" fmla="*/ 2060179 h 2060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200" h="2060179">
                <a:moveTo>
                  <a:pt x="0" y="0"/>
                </a:moveTo>
                <a:lnTo>
                  <a:pt x="2563200" y="0"/>
                </a:lnTo>
                <a:lnTo>
                  <a:pt x="2563200" y="1693911"/>
                </a:lnTo>
                <a:lnTo>
                  <a:pt x="2196932" y="2060179"/>
                </a:lnTo>
                <a:lnTo>
                  <a:pt x="0" y="2060179"/>
                </a:lnTo>
                <a:close/>
              </a:path>
            </a:pathLst>
          </a:custGeom>
          <a:pattFill prst="wdUpDiag">
            <a:fgClr>
              <a:schemeClr val="bg1">
                <a:lumMod val="95000"/>
              </a:schemeClr>
            </a:fgClr>
            <a:bgClr>
              <a:schemeClr val="bg1"/>
            </a:bgClr>
          </a:pattFill>
        </p:spPr>
        <p:txBody>
          <a:bodyPr wrap="square">
            <a:noAutofit/>
          </a:bodyPr>
          <a:lstStyle/>
          <a:p>
            <a:r>
              <a:rPr lang="en-GB" dirty="0"/>
              <a:t> </a:t>
            </a:r>
          </a:p>
        </p:txBody>
      </p:sp>
      <p:sp>
        <p:nvSpPr>
          <p:cNvPr id="11" name="Placeholder 4">
            <a:extLst>
              <a:ext uri="{FF2B5EF4-FFF2-40B4-BE49-F238E27FC236}">
                <a16:creationId xmlns:a16="http://schemas.microsoft.com/office/drawing/2014/main" id="{7729A41C-F3D0-4276-AF16-6EBB4FA68499}"/>
              </a:ext>
            </a:extLst>
          </p:cNvPr>
          <p:cNvSpPr>
            <a:spLocks noGrp="1"/>
          </p:cNvSpPr>
          <p:nvPr>
            <p:ph idx="22" hasCustomPrompt="1"/>
          </p:nvPr>
        </p:nvSpPr>
        <p:spPr>
          <a:xfrm>
            <a:off x="9174577" y="4149080"/>
            <a:ext cx="2562696" cy="1511945"/>
          </a:xfrm>
          <a:prstGeom prst="rect">
            <a:avLst/>
          </a:prstGeom>
        </p:spPr>
        <p:txBody>
          <a:bodyPr>
            <a:noAutofit/>
          </a:bodyPr>
          <a:lstStyle>
            <a:lvl1pPr>
              <a:spcBef>
                <a:spcPts val="400"/>
              </a:spcBef>
              <a:defRPr sz="1200">
                <a:solidFill>
                  <a:schemeClr val="tx1"/>
                </a:solidFill>
              </a:defRPr>
            </a:lvl1pPr>
            <a:lvl2pPr>
              <a:spcBef>
                <a:spcPts val="400"/>
              </a:spcBef>
              <a:defRPr sz="1200">
                <a:solidFill>
                  <a:schemeClr val="tx1"/>
                </a:solidFill>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Caption here</a:t>
            </a:r>
          </a:p>
        </p:txBody>
      </p:sp>
    </p:spTree>
    <p:extLst>
      <p:ext uri="{BB962C8B-B14F-4D97-AF65-F5344CB8AC3E}">
        <p14:creationId xmlns:p14="http://schemas.microsoft.com/office/powerpoint/2010/main" val="77465182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x 4 boxes">
    <p:spTree>
      <p:nvGrpSpPr>
        <p:cNvPr id="1" name=""/>
        <p:cNvGrpSpPr/>
        <p:nvPr/>
      </p:nvGrpSpPr>
      <p:grpSpPr>
        <a:xfrm>
          <a:off x="0" y="0"/>
          <a:ext cx="0" cy="0"/>
          <a:chOff x="0" y="0"/>
          <a:chExt cx="0" cy="0"/>
        </a:xfrm>
      </p:grpSpPr>
      <p:sp>
        <p:nvSpPr>
          <p:cNvPr id="7" name="Title" descr="Header">
            <a:extLst>
              <a:ext uri="{FF2B5EF4-FFF2-40B4-BE49-F238E27FC236}">
                <a16:creationId xmlns:a16="http://schemas.microsoft.com/office/drawing/2014/main" id="{5245E30C-ACBC-4426-8962-C03D3DB3F088}"/>
              </a:ext>
            </a:extLst>
          </p:cNvPr>
          <p:cNvSpPr>
            <a:spLocks noGrp="1"/>
          </p:cNvSpPr>
          <p:nvPr>
            <p:ph type="title"/>
          </p:nvPr>
        </p:nvSpPr>
        <p:spPr/>
        <p:txBody>
          <a:bodyPr/>
          <a:lstStyle/>
          <a:p>
            <a:r>
              <a:rPr lang="en-US"/>
              <a:t>Click to edit Master title style</a:t>
            </a:r>
            <a:endParaRPr lang="en-GB" dirty="0"/>
          </a:p>
        </p:txBody>
      </p:sp>
      <p:sp>
        <p:nvSpPr>
          <p:cNvPr id="3" name="Placeholder 1">
            <a:extLst>
              <a:ext uri="{FF2B5EF4-FFF2-40B4-BE49-F238E27FC236}">
                <a16:creationId xmlns:a16="http://schemas.microsoft.com/office/drawing/2014/main" id="{1703231E-4063-4D72-A4F3-5BF19050C303}"/>
              </a:ext>
            </a:extLst>
          </p:cNvPr>
          <p:cNvSpPr>
            <a:spLocks noGrp="1"/>
          </p:cNvSpPr>
          <p:nvPr>
            <p:ph idx="1" hasCustomPrompt="1"/>
          </p:nvPr>
        </p:nvSpPr>
        <p:spPr>
          <a:xfrm>
            <a:off x="450000" y="1810984"/>
            <a:ext cx="2562696" cy="3850041"/>
          </a:xfrm>
          <a:prstGeom prst="rect">
            <a:avLst/>
          </a:prstGeom>
          <a:noFill/>
        </p:spPr>
        <p:txBody>
          <a:bodyPr>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15" name="Placeholder 2">
            <a:extLst>
              <a:ext uri="{FF2B5EF4-FFF2-40B4-BE49-F238E27FC236}">
                <a16:creationId xmlns:a16="http://schemas.microsoft.com/office/drawing/2014/main" id="{FED60B5C-31E2-4ABE-BB94-6CC89A3FD7F2}"/>
              </a:ext>
            </a:extLst>
          </p:cNvPr>
          <p:cNvSpPr>
            <a:spLocks noGrp="1"/>
          </p:cNvSpPr>
          <p:nvPr>
            <p:ph idx="20" hasCustomPrompt="1"/>
          </p:nvPr>
        </p:nvSpPr>
        <p:spPr>
          <a:xfrm>
            <a:off x="3353284" y="1810984"/>
            <a:ext cx="2562696" cy="3850041"/>
          </a:xfrm>
          <a:prstGeom prst="rect">
            <a:avLst/>
          </a:prstGeom>
          <a:noFill/>
        </p:spPr>
        <p:txBody>
          <a:bodyPr>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17" name="Placeholder 3">
            <a:extLst>
              <a:ext uri="{FF2B5EF4-FFF2-40B4-BE49-F238E27FC236}">
                <a16:creationId xmlns:a16="http://schemas.microsoft.com/office/drawing/2014/main" id="{F0AC0C8B-24FF-433E-9C4D-B350C449B331}"/>
              </a:ext>
            </a:extLst>
          </p:cNvPr>
          <p:cNvSpPr>
            <a:spLocks noGrp="1"/>
          </p:cNvSpPr>
          <p:nvPr>
            <p:ph idx="21" hasCustomPrompt="1"/>
          </p:nvPr>
        </p:nvSpPr>
        <p:spPr>
          <a:xfrm>
            <a:off x="6276263" y="1810984"/>
            <a:ext cx="2562696" cy="3850041"/>
          </a:xfrm>
          <a:prstGeom prst="rect">
            <a:avLst/>
          </a:prstGeom>
          <a:noFill/>
        </p:spPr>
        <p:txBody>
          <a:bodyPr>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18" name="Placeholder 4">
            <a:extLst>
              <a:ext uri="{FF2B5EF4-FFF2-40B4-BE49-F238E27FC236}">
                <a16:creationId xmlns:a16="http://schemas.microsoft.com/office/drawing/2014/main" id="{2293604D-A39C-4151-970A-A0EBEBFE9FBE}"/>
              </a:ext>
            </a:extLst>
          </p:cNvPr>
          <p:cNvSpPr>
            <a:spLocks noGrp="1"/>
          </p:cNvSpPr>
          <p:nvPr>
            <p:ph idx="22" hasCustomPrompt="1"/>
          </p:nvPr>
        </p:nvSpPr>
        <p:spPr>
          <a:xfrm>
            <a:off x="9174577" y="1810984"/>
            <a:ext cx="2562696" cy="3850041"/>
          </a:xfrm>
          <a:prstGeom prst="rect">
            <a:avLst/>
          </a:prstGeom>
          <a:noFill/>
        </p:spPr>
        <p:txBody>
          <a:bodyPr>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Tree>
    <p:extLst>
      <p:ext uri="{BB962C8B-B14F-4D97-AF65-F5344CB8AC3E}">
        <p14:creationId xmlns:p14="http://schemas.microsoft.com/office/powerpoint/2010/main" val="1303186170"/>
      </p:ext>
    </p:extLst>
  </p:cSld>
  <p:clrMapOvr>
    <a:masterClrMapping/>
  </p:clrMapOvr>
  <p:extLst>
    <p:ext uri="{DCECCB84-F9BA-43D5-87BE-67443E8EF086}">
      <p15:sldGuideLst xmlns:p15="http://schemas.microsoft.com/office/powerpoint/2012/main">
        <p15:guide id="8" orient="horz" pos="4320">
          <p15:clr>
            <a:srgbClr val="F26B43"/>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anging Image Lef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0E9919A9-E10C-40B2-4E9E-9822C6505A93}"/>
              </a:ext>
            </a:extLst>
          </p:cNvPr>
          <p:cNvSpPr>
            <a:spLocks noGrp="1"/>
          </p:cNvSpPr>
          <p:nvPr>
            <p:ph type="title"/>
          </p:nvPr>
        </p:nvSpPr>
        <p:spPr>
          <a:xfrm>
            <a:off x="6264000" y="701874"/>
            <a:ext cx="5481636" cy="715669"/>
          </a:xfrm>
        </p:spPr>
        <p:txBody>
          <a:bodyPr/>
          <a:lstStyle/>
          <a:p>
            <a:r>
              <a:rPr lang="en-US"/>
              <a:t>Click to edit Master title style</a:t>
            </a:r>
            <a:endParaRPr lang="en-GB"/>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6264000" y="1792800"/>
            <a:ext cx="5456880" cy="4155563"/>
          </a:xfrm>
          <a:prstGeom prst="rect">
            <a:avLst/>
          </a:prstGeom>
        </p:spPr>
        <p:txBody>
          <a:bodyPr numCol="2" spcCol="288000">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9" name="Picture Placeholder">
            <a:extLst>
              <a:ext uri="{FF2B5EF4-FFF2-40B4-BE49-F238E27FC236}">
                <a16:creationId xmlns:a16="http://schemas.microsoft.com/office/drawing/2014/main" id="{B46C10D5-25FF-ADE9-303F-74E74487A02F}"/>
              </a:ext>
              <a:ext uri="{C183D7F6-B498-43B3-948B-1728B52AA6E4}">
                <adec:decorative xmlns:adec="http://schemas.microsoft.com/office/drawing/2017/decorative" val="1"/>
              </a:ext>
            </a:extLst>
          </p:cNvPr>
          <p:cNvSpPr>
            <a:spLocks noGrp="1"/>
          </p:cNvSpPr>
          <p:nvPr>
            <p:ph type="pic" sz="quarter" idx="21"/>
          </p:nvPr>
        </p:nvSpPr>
        <p:spPr>
          <a:xfrm>
            <a:off x="442912" y="0"/>
            <a:ext cx="5481637" cy="5948363"/>
          </a:xfrm>
          <a:custGeom>
            <a:avLst/>
            <a:gdLst>
              <a:gd name="connsiteX0" fmla="*/ 0 w 5481637"/>
              <a:gd name="connsiteY0" fmla="*/ 0 h 5948363"/>
              <a:gd name="connsiteX1" fmla="*/ 5481637 w 5481637"/>
              <a:gd name="connsiteY1" fmla="*/ 0 h 5948363"/>
              <a:gd name="connsiteX2" fmla="*/ 5481637 w 5481637"/>
              <a:gd name="connsiteY2" fmla="*/ 5267325 h 5948363"/>
              <a:gd name="connsiteX3" fmla="*/ 4800599 w 5481637"/>
              <a:gd name="connsiteY3" fmla="*/ 5948363 h 5948363"/>
              <a:gd name="connsiteX4" fmla="*/ 0 w 5481637"/>
              <a:gd name="connsiteY4" fmla="*/ 5948363 h 5948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637" h="5948363">
                <a:moveTo>
                  <a:pt x="0" y="0"/>
                </a:moveTo>
                <a:lnTo>
                  <a:pt x="5481637" y="0"/>
                </a:lnTo>
                <a:lnTo>
                  <a:pt x="5481637" y="5267325"/>
                </a:lnTo>
                <a:lnTo>
                  <a:pt x="4800599" y="5948363"/>
                </a:lnTo>
                <a:lnTo>
                  <a:pt x="0" y="5948363"/>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a:lvl1pPr>
          </a:lstStyle>
          <a:p>
            <a:pPr lvl="0" algn="ctr"/>
            <a:r>
              <a:rPr lang="en-US"/>
              <a:t>Click icon to add picture</a:t>
            </a:r>
            <a:endParaRPr lang="en-GB"/>
          </a:p>
        </p:txBody>
      </p:sp>
    </p:spTree>
    <p:extLst>
      <p:ext uri="{BB962C8B-B14F-4D97-AF65-F5344CB8AC3E}">
        <p14:creationId xmlns:p14="http://schemas.microsoft.com/office/powerpoint/2010/main" val="1434044283"/>
      </p:ext>
    </p:extLst>
  </p:cSld>
  <p:clrMapOvr>
    <a:masterClrMapping/>
  </p:clrMapOvr>
  <p:extLst>
    <p:ext uri="{DCECCB84-F9BA-43D5-87BE-67443E8EF086}">
      <p15:sldGuideLst xmlns:p15="http://schemas.microsoft.com/office/powerpoint/2012/main">
        <p15:guide id="8" orient="horz" pos="4320">
          <p15:clr>
            <a:srgbClr val="F26B43"/>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anging Image R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8B6D4E6-07B9-1C8D-69DD-712BC77D3CDE}"/>
              </a:ext>
            </a:extLst>
          </p:cNvPr>
          <p:cNvSpPr>
            <a:spLocks noGrp="1"/>
          </p:cNvSpPr>
          <p:nvPr>
            <p:ph type="title"/>
          </p:nvPr>
        </p:nvSpPr>
        <p:spPr>
          <a:xfrm>
            <a:off x="450000" y="701874"/>
            <a:ext cx="5498363" cy="715669"/>
          </a:xfrm>
        </p:spPr>
        <p:txBody>
          <a:bodyPr/>
          <a:lstStyle/>
          <a:p>
            <a:r>
              <a:rPr lang="en-US"/>
              <a:t>Click to edit Master title style</a:t>
            </a:r>
            <a:endParaRPr lang="en-GB" dirty="0"/>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449999" y="1792800"/>
            <a:ext cx="5498363" cy="4155563"/>
          </a:xfrm>
          <a:prstGeom prst="rect">
            <a:avLst/>
          </a:prstGeom>
        </p:spPr>
        <p:txBody>
          <a:bodyPr numCol="2" spcCol="288000">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5" name="Picture Placeholder">
            <a:extLst>
              <a:ext uri="{FF2B5EF4-FFF2-40B4-BE49-F238E27FC236}">
                <a16:creationId xmlns:a16="http://schemas.microsoft.com/office/drawing/2014/main" id="{7DB11690-8C83-E885-3A76-8A5F9425F007}"/>
              </a:ext>
              <a:ext uri="{C183D7F6-B498-43B3-948B-1728B52AA6E4}">
                <adec:decorative xmlns:adec="http://schemas.microsoft.com/office/drawing/2017/decorative" val="1"/>
              </a:ext>
            </a:extLst>
          </p:cNvPr>
          <p:cNvSpPr>
            <a:spLocks noGrp="1"/>
          </p:cNvSpPr>
          <p:nvPr>
            <p:ph type="pic" sz="quarter" idx="21"/>
          </p:nvPr>
        </p:nvSpPr>
        <p:spPr>
          <a:xfrm>
            <a:off x="6262687" y="0"/>
            <a:ext cx="5481637" cy="5948363"/>
          </a:xfrm>
          <a:custGeom>
            <a:avLst/>
            <a:gdLst>
              <a:gd name="connsiteX0" fmla="*/ 0 w 5481637"/>
              <a:gd name="connsiteY0" fmla="*/ 0 h 5948363"/>
              <a:gd name="connsiteX1" fmla="*/ 5481637 w 5481637"/>
              <a:gd name="connsiteY1" fmla="*/ 0 h 5948363"/>
              <a:gd name="connsiteX2" fmla="*/ 5481637 w 5481637"/>
              <a:gd name="connsiteY2" fmla="*/ 5267325 h 5948363"/>
              <a:gd name="connsiteX3" fmla="*/ 4800599 w 5481637"/>
              <a:gd name="connsiteY3" fmla="*/ 5948363 h 5948363"/>
              <a:gd name="connsiteX4" fmla="*/ 0 w 5481637"/>
              <a:gd name="connsiteY4" fmla="*/ 5948363 h 5948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637" h="5948363">
                <a:moveTo>
                  <a:pt x="0" y="0"/>
                </a:moveTo>
                <a:lnTo>
                  <a:pt x="5481637" y="0"/>
                </a:lnTo>
                <a:lnTo>
                  <a:pt x="5481637" y="5267325"/>
                </a:lnTo>
                <a:lnTo>
                  <a:pt x="4800599" y="5948363"/>
                </a:lnTo>
                <a:lnTo>
                  <a:pt x="0" y="5948363"/>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a:lvl1pPr>
          </a:lstStyle>
          <a:p>
            <a:pPr lvl="0" algn="ctr"/>
            <a:r>
              <a:rPr lang="en-US"/>
              <a:t>Click icon to add picture</a:t>
            </a:r>
            <a:endParaRPr lang="en-GB" dirty="0"/>
          </a:p>
        </p:txBody>
      </p:sp>
    </p:spTree>
    <p:extLst>
      <p:ext uri="{BB962C8B-B14F-4D97-AF65-F5344CB8AC3E}">
        <p14:creationId xmlns:p14="http://schemas.microsoft.com/office/powerpoint/2010/main" val="2320202967"/>
      </p:ext>
    </p:extLst>
  </p:cSld>
  <p:clrMapOvr>
    <a:masterClrMapping/>
  </p:clrMapOvr>
  <p:extLst>
    <p:ext uri="{DCECCB84-F9BA-43D5-87BE-67443E8EF086}">
      <p15:sldGuideLst xmlns:p15="http://schemas.microsoft.com/office/powerpoint/2012/main">
        <p15:guide id="8" orient="horz" pos="4320">
          <p15:clr>
            <a:srgbClr val="F26B43"/>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Right half hanging box">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8B6D4E6-07B9-1C8D-69DD-712BC77D3CDE}"/>
              </a:ext>
            </a:extLst>
          </p:cNvPr>
          <p:cNvSpPr>
            <a:spLocks noGrp="1"/>
          </p:cNvSpPr>
          <p:nvPr>
            <p:ph type="title"/>
          </p:nvPr>
        </p:nvSpPr>
        <p:spPr>
          <a:xfrm>
            <a:off x="450000" y="701874"/>
            <a:ext cx="5498363" cy="715669"/>
          </a:xfrm>
        </p:spPr>
        <p:txBody>
          <a:bodyPr/>
          <a:lstStyle/>
          <a:p>
            <a:r>
              <a:rPr lang="en-US"/>
              <a:t>Click to edit Master title style</a:t>
            </a:r>
            <a:endParaRPr lang="en-GB" dirty="0"/>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449999" y="1792800"/>
            <a:ext cx="5498363" cy="4155563"/>
          </a:xfrm>
          <a:prstGeom prst="rect">
            <a:avLst/>
          </a:prstGeom>
        </p:spPr>
        <p:txBody>
          <a:bodyPr numCol="2" spcCol="288000">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Tree>
    <p:extLst>
      <p:ext uri="{BB962C8B-B14F-4D97-AF65-F5344CB8AC3E}">
        <p14:creationId xmlns:p14="http://schemas.microsoft.com/office/powerpoint/2010/main" val="1816321449"/>
      </p:ext>
    </p:extLst>
  </p:cSld>
  <p:clrMapOvr>
    <a:masterClrMapping/>
  </p:clrMapOvr>
  <p:extLst>
    <p:ext uri="{DCECCB84-F9BA-43D5-87BE-67443E8EF086}">
      <p15:sldGuideLst xmlns:p15="http://schemas.microsoft.com/office/powerpoint/2012/main">
        <p15:guide id="8" orient="horz" pos="4320">
          <p15:clr>
            <a:srgbClr val="F26B43"/>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hanging box">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8B6D4E6-07B9-1C8D-69DD-712BC77D3CDE}"/>
              </a:ext>
            </a:extLst>
          </p:cNvPr>
          <p:cNvSpPr>
            <a:spLocks noGrp="1"/>
          </p:cNvSpPr>
          <p:nvPr>
            <p:ph type="title"/>
          </p:nvPr>
        </p:nvSpPr>
        <p:spPr>
          <a:xfrm>
            <a:off x="6264000" y="701874"/>
            <a:ext cx="5498363" cy="715669"/>
          </a:xfrm>
        </p:spPr>
        <p:txBody>
          <a:bodyPr/>
          <a:lstStyle/>
          <a:p>
            <a:r>
              <a:rPr lang="en-US"/>
              <a:t>Click to edit Master title style</a:t>
            </a:r>
            <a:endParaRPr lang="en-GB" dirty="0"/>
          </a:p>
        </p:txBody>
      </p:sp>
      <p:sp>
        <p:nvSpPr>
          <p:cNvPr id="3" name="Placeholder">
            <a:extLst>
              <a:ext uri="{FF2B5EF4-FFF2-40B4-BE49-F238E27FC236}">
                <a16:creationId xmlns:a16="http://schemas.microsoft.com/office/drawing/2014/main" id="{1703231E-4063-4D72-A4F3-5BF19050C303}"/>
              </a:ext>
            </a:extLst>
          </p:cNvPr>
          <p:cNvSpPr>
            <a:spLocks noGrp="1"/>
          </p:cNvSpPr>
          <p:nvPr>
            <p:ph idx="1" hasCustomPrompt="1"/>
          </p:nvPr>
        </p:nvSpPr>
        <p:spPr>
          <a:xfrm>
            <a:off x="6264000" y="1792800"/>
            <a:ext cx="5498363" cy="4155563"/>
          </a:xfrm>
          <a:prstGeom prst="rect">
            <a:avLst/>
          </a:prstGeom>
        </p:spPr>
        <p:txBody>
          <a:bodyPr numCol="2" spcCol="288000">
            <a:noAutofit/>
          </a:bodyPr>
          <a:lstStyle>
            <a:lvl1pPr>
              <a:spcBef>
                <a:spcPts val="400"/>
              </a:spcBef>
              <a:defRPr sz="1200">
                <a:solidFill>
                  <a:schemeClr val="tx1"/>
                </a:solidFill>
              </a:defRPr>
            </a:lvl1pPr>
            <a:lvl2pPr marL="180975" indent="-180975">
              <a:spcBef>
                <a:spcPts val="400"/>
              </a:spcBef>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Tree>
    <p:extLst>
      <p:ext uri="{BB962C8B-B14F-4D97-AF65-F5344CB8AC3E}">
        <p14:creationId xmlns:p14="http://schemas.microsoft.com/office/powerpoint/2010/main" val="707597046"/>
      </p:ext>
    </p:extLst>
  </p:cSld>
  <p:clrMapOvr>
    <a:masterClrMapping/>
  </p:clrMapOvr>
  <p:extLst>
    <p:ext uri="{DCECCB84-F9BA-43D5-87BE-67443E8EF086}">
      <p15:sldGuideLst xmlns:p15="http://schemas.microsoft.com/office/powerpoint/2012/main">
        <p15:guide id="8" orient="horz" pos="4320">
          <p15:clr>
            <a:srgbClr val="F26B43"/>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rge Image right minimal text">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54E27D68-304E-2851-A717-EC07EC07CA87}"/>
              </a:ext>
            </a:extLst>
          </p:cNvPr>
          <p:cNvSpPr>
            <a:spLocks noGrp="1"/>
          </p:cNvSpPr>
          <p:nvPr>
            <p:ph type="title"/>
          </p:nvPr>
        </p:nvSpPr>
        <p:spPr>
          <a:xfrm>
            <a:off x="450000" y="701874"/>
            <a:ext cx="2598737" cy="715669"/>
          </a:xfrm>
        </p:spPr>
        <p:txBody>
          <a:bodyPr/>
          <a:lstStyle/>
          <a:p>
            <a:r>
              <a:rPr lang="en-US"/>
              <a:t>Click to edit Master title style</a:t>
            </a:r>
            <a:endParaRPr lang="en-GB" dirty="0"/>
          </a:p>
        </p:txBody>
      </p:sp>
      <p:sp>
        <p:nvSpPr>
          <p:cNvPr id="7" name="Placeholder">
            <a:extLst>
              <a:ext uri="{FF2B5EF4-FFF2-40B4-BE49-F238E27FC236}">
                <a16:creationId xmlns:a16="http://schemas.microsoft.com/office/drawing/2014/main" id="{65919DFD-5216-47CC-A2D5-A0B970BE9632}"/>
              </a:ext>
            </a:extLst>
          </p:cNvPr>
          <p:cNvSpPr>
            <a:spLocks noGrp="1"/>
          </p:cNvSpPr>
          <p:nvPr>
            <p:ph type="body" sz="quarter" idx="12"/>
          </p:nvPr>
        </p:nvSpPr>
        <p:spPr>
          <a:xfrm>
            <a:off x="442913" y="2133600"/>
            <a:ext cx="2598737" cy="3814763"/>
          </a:xfrm>
          <a:prstGeom prst="rect">
            <a:avLst/>
          </a:prstGeom>
        </p:spPr>
        <p:txBody>
          <a:bodyPr/>
          <a:lstStyle>
            <a:lvl2pPr marL="180975" indent="-180975">
              <a:defRPr lang="en-US" sz="12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p:txBody>
      </p:sp>
      <p:sp>
        <p:nvSpPr>
          <p:cNvPr id="3" name="Picture Placeholder">
            <a:extLst>
              <a:ext uri="{FF2B5EF4-FFF2-40B4-BE49-F238E27FC236}">
                <a16:creationId xmlns:a16="http://schemas.microsoft.com/office/drawing/2014/main" id="{B940E09C-FB56-2356-82CD-53290C1A10A0}"/>
              </a:ext>
              <a:ext uri="{C183D7F6-B498-43B3-948B-1728B52AA6E4}">
                <adec:decorative xmlns:adec="http://schemas.microsoft.com/office/drawing/2017/decorative" val="1"/>
              </a:ext>
            </a:extLst>
          </p:cNvPr>
          <p:cNvSpPr>
            <a:spLocks noGrp="1"/>
          </p:cNvSpPr>
          <p:nvPr>
            <p:ph type="pic" sz="quarter" idx="11" hasCustomPrompt="1"/>
          </p:nvPr>
        </p:nvSpPr>
        <p:spPr>
          <a:xfrm>
            <a:off x="3355975" y="0"/>
            <a:ext cx="8386763" cy="5948363"/>
          </a:xfrm>
          <a:custGeom>
            <a:avLst/>
            <a:gdLst>
              <a:gd name="connsiteX0" fmla="*/ 0 w 8386763"/>
              <a:gd name="connsiteY0" fmla="*/ 0 h 5948363"/>
              <a:gd name="connsiteX1" fmla="*/ 8386763 w 8386763"/>
              <a:gd name="connsiteY1" fmla="*/ 0 h 5948363"/>
              <a:gd name="connsiteX2" fmla="*/ 8386763 w 8386763"/>
              <a:gd name="connsiteY2" fmla="*/ 4779992 h 5948363"/>
              <a:gd name="connsiteX3" fmla="*/ 7218392 w 8386763"/>
              <a:gd name="connsiteY3" fmla="*/ 5948363 h 5948363"/>
              <a:gd name="connsiteX4" fmla="*/ 0 w 8386763"/>
              <a:gd name="connsiteY4" fmla="*/ 5948363 h 5948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763" h="5948363">
                <a:moveTo>
                  <a:pt x="0" y="0"/>
                </a:moveTo>
                <a:lnTo>
                  <a:pt x="8386763" y="0"/>
                </a:lnTo>
                <a:lnTo>
                  <a:pt x="8386763" y="4779992"/>
                </a:lnTo>
                <a:lnTo>
                  <a:pt x="7218392" y="5948363"/>
                </a:lnTo>
                <a:lnTo>
                  <a:pt x="0" y="5948363"/>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dirty="0"/>
            </a:lvl1pPr>
          </a:lstStyle>
          <a:p>
            <a:pPr lvl="0" algn="ctr"/>
            <a:r>
              <a:rPr lang="en-GB" dirty="0"/>
              <a:t>Click to insert image</a:t>
            </a:r>
          </a:p>
        </p:txBody>
      </p:sp>
    </p:spTree>
    <p:extLst>
      <p:ext uri="{BB962C8B-B14F-4D97-AF65-F5344CB8AC3E}">
        <p14:creationId xmlns:p14="http://schemas.microsoft.com/office/powerpoint/2010/main" val="4748237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rge Image Left minimal Layout">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647BE65-B969-B69D-209F-96B62E40F087}"/>
              </a:ext>
            </a:extLst>
          </p:cNvPr>
          <p:cNvSpPr>
            <a:spLocks noGrp="1"/>
          </p:cNvSpPr>
          <p:nvPr>
            <p:ph type="title"/>
          </p:nvPr>
        </p:nvSpPr>
        <p:spPr>
          <a:xfrm>
            <a:off x="9148762" y="701874"/>
            <a:ext cx="2600325" cy="715669"/>
          </a:xfrm>
        </p:spPr>
        <p:txBody>
          <a:bodyPr/>
          <a:lstStyle/>
          <a:p>
            <a:r>
              <a:rPr lang="en-US"/>
              <a:t>Click to edit Master title style</a:t>
            </a:r>
            <a:endParaRPr lang="en-GB" dirty="0"/>
          </a:p>
        </p:txBody>
      </p:sp>
      <p:sp>
        <p:nvSpPr>
          <p:cNvPr id="7" name="Placeholder">
            <a:extLst>
              <a:ext uri="{FF2B5EF4-FFF2-40B4-BE49-F238E27FC236}">
                <a16:creationId xmlns:a16="http://schemas.microsoft.com/office/drawing/2014/main" id="{65919DFD-5216-47CC-A2D5-A0B970BE9632}"/>
              </a:ext>
            </a:extLst>
          </p:cNvPr>
          <p:cNvSpPr>
            <a:spLocks noGrp="1"/>
          </p:cNvSpPr>
          <p:nvPr>
            <p:ph type="body" sz="quarter" idx="12"/>
          </p:nvPr>
        </p:nvSpPr>
        <p:spPr>
          <a:xfrm>
            <a:off x="9148763" y="2162629"/>
            <a:ext cx="2562158" cy="3785734"/>
          </a:xfrm>
          <a:prstGeom prst="rect">
            <a:avLst/>
          </a:prstGeom>
        </p:spPr>
        <p:txBody>
          <a:bodyPr/>
          <a:lstStyle>
            <a:lvl2pPr marL="180975" indent="-180975">
              <a:defRPr lang="en-US" sz="12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p:txBody>
      </p:sp>
      <p:sp>
        <p:nvSpPr>
          <p:cNvPr id="3" name="Picture Placeholder">
            <a:extLst>
              <a:ext uri="{FF2B5EF4-FFF2-40B4-BE49-F238E27FC236}">
                <a16:creationId xmlns:a16="http://schemas.microsoft.com/office/drawing/2014/main" id="{925894C0-F0A5-92C3-CA5E-CC0E9E19210A}"/>
              </a:ext>
              <a:ext uri="{C183D7F6-B498-43B3-948B-1728B52AA6E4}">
                <adec:decorative xmlns:adec="http://schemas.microsoft.com/office/drawing/2017/decorative" val="1"/>
              </a:ext>
            </a:extLst>
          </p:cNvPr>
          <p:cNvSpPr>
            <a:spLocks noGrp="1"/>
          </p:cNvSpPr>
          <p:nvPr>
            <p:ph type="pic" sz="quarter" idx="11" hasCustomPrompt="1"/>
          </p:nvPr>
        </p:nvSpPr>
        <p:spPr>
          <a:xfrm>
            <a:off x="454930" y="0"/>
            <a:ext cx="8386763" cy="5948363"/>
          </a:xfrm>
          <a:custGeom>
            <a:avLst/>
            <a:gdLst>
              <a:gd name="connsiteX0" fmla="*/ 0 w 8386763"/>
              <a:gd name="connsiteY0" fmla="*/ 0 h 5948363"/>
              <a:gd name="connsiteX1" fmla="*/ 8386763 w 8386763"/>
              <a:gd name="connsiteY1" fmla="*/ 0 h 5948363"/>
              <a:gd name="connsiteX2" fmla="*/ 8386763 w 8386763"/>
              <a:gd name="connsiteY2" fmla="*/ 4798847 h 5948363"/>
              <a:gd name="connsiteX3" fmla="*/ 7237247 w 8386763"/>
              <a:gd name="connsiteY3" fmla="*/ 5948363 h 5948363"/>
              <a:gd name="connsiteX4" fmla="*/ 0 w 8386763"/>
              <a:gd name="connsiteY4" fmla="*/ 5948363 h 5948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6763" h="5948363">
                <a:moveTo>
                  <a:pt x="0" y="0"/>
                </a:moveTo>
                <a:lnTo>
                  <a:pt x="8386763" y="0"/>
                </a:lnTo>
                <a:lnTo>
                  <a:pt x="8386763" y="4798847"/>
                </a:lnTo>
                <a:lnTo>
                  <a:pt x="7237247" y="5948363"/>
                </a:lnTo>
                <a:lnTo>
                  <a:pt x="0" y="5948363"/>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dirty="0"/>
            </a:lvl1pPr>
          </a:lstStyle>
          <a:p>
            <a:pPr lvl="0" algn="ctr"/>
            <a:r>
              <a:rPr lang="en-GB" dirty="0"/>
              <a:t>Click to insert image</a:t>
            </a:r>
          </a:p>
        </p:txBody>
      </p:sp>
    </p:spTree>
    <p:extLst>
      <p:ext uri="{BB962C8B-B14F-4D97-AF65-F5344CB8AC3E}">
        <p14:creationId xmlns:p14="http://schemas.microsoft.com/office/powerpoint/2010/main" val="1606983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tailed Layout 1">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D2372C9-E215-1003-F25D-B5AE1F568920}"/>
              </a:ext>
            </a:extLst>
          </p:cNvPr>
          <p:cNvSpPr>
            <a:spLocks noGrp="1"/>
          </p:cNvSpPr>
          <p:nvPr>
            <p:ph type="title" hasCustomPrompt="1"/>
          </p:nvPr>
        </p:nvSpPr>
        <p:spPr>
          <a:xfrm>
            <a:off x="559292" y="701874"/>
            <a:ext cx="2450237" cy="715669"/>
          </a:xfrm>
        </p:spPr>
        <p:txBody>
          <a:bodyPr/>
          <a:lstStyle>
            <a:lvl1pPr>
              <a:defRPr>
                <a:solidFill>
                  <a:schemeClr val="bg1"/>
                </a:solidFill>
              </a:defRPr>
            </a:lvl1pPr>
          </a:lstStyle>
          <a:p>
            <a:r>
              <a:rPr lang="en-US" dirty="0"/>
              <a:t>Layout template for detailed charts</a:t>
            </a:r>
            <a:endParaRPr lang="en-GB" dirty="0"/>
          </a:p>
        </p:txBody>
      </p:sp>
    </p:spTree>
    <p:extLst>
      <p:ext uri="{BB962C8B-B14F-4D97-AF65-F5344CB8AC3E}">
        <p14:creationId xmlns:p14="http://schemas.microsoft.com/office/powerpoint/2010/main" val="4182156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etailed layout tex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D2372C9-E215-1003-F25D-B5AE1F568920}"/>
              </a:ext>
            </a:extLst>
          </p:cNvPr>
          <p:cNvSpPr>
            <a:spLocks noGrp="1"/>
          </p:cNvSpPr>
          <p:nvPr>
            <p:ph type="title" hasCustomPrompt="1"/>
          </p:nvPr>
        </p:nvSpPr>
        <p:spPr>
          <a:xfrm>
            <a:off x="558000" y="701874"/>
            <a:ext cx="2451600" cy="715669"/>
          </a:xfrm>
        </p:spPr>
        <p:txBody>
          <a:bodyPr/>
          <a:lstStyle>
            <a:lvl1pPr>
              <a:defRPr>
                <a:solidFill>
                  <a:schemeClr val="bg1"/>
                </a:solidFill>
              </a:defRPr>
            </a:lvl1pPr>
          </a:lstStyle>
          <a:p>
            <a:r>
              <a:rPr lang="en-US" dirty="0"/>
              <a:t>Layout template for detailed charts</a:t>
            </a:r>
            <a:endParaRPr lang="en-GB" dirty="0"/>
          </a:p>
        </p:txBody>
      </p:sp>
      <p:sp>
        <p:nvSpPr>
          <p:cNvPr id="3" name="Placeholder">
            <a:extLst>
              <a:ext uri="{FF2B5EF4-FFF2-40B4-BE49-F238E27FC236}">
                <a16:creationId xmlns:a16="http://schemas.microsoft.com/office/drawing/2014/main" id="{98D0F1BA-16E4-EAD4-97CD-9005E8F027D2}"/>
              </a:ext>
            </a:extLst>
          </p:cNvPr>
          <p:cNvSpPr>
            <a:spLocks noGrp="1"/>
          </p:cNvSpPr>
          <p:nvPr>
            <p:ph type="body" sz="quarter" idx="10" hasCustomPrompt="1"/>
          </p:nvPr>
        </p:nvSpPr>
        <p:spPr>
          <a:xfrm>
            <a:off x="3355975" y="701675"/>
            <a:ext cx="8393113" cy="4959350"/>
          </a:xfrm>
          <a:prstGeom prst="rect">
            <a:avLst/>
          </a:prstGeom>
        </p:spPr>
        <p:txBody>
          <a:bodyPr numCol="3" spcCol="288000"/>
          <a:lstStyle>
            <a:lvl1pPr>
              <a:lnSpc>
                <a:spcPct val="120000"/>
              </a:lnSpc>
              <a:spcBef>
                <a:spcPts val="400"/>
              </a:spcBef>
              <a:spcAft>
                <a:spcPts val="400"/>
              </a:spcAft>
              <a:defRPr/>
            </a:lvl1pPr>
            <a:lvl2pPr marL="180975" indent="-180975">
              <a:lnSpc>
                <a:spcPct val="120000"/>
              </a:lnSpc>
              <a:spcBef>
                <a:spcPts val="400"/>
              </a:spcBef>
              <a:spcAft>
                <a:spcPts val="400"/>
              </a:spcAft>
              <a:defRPr lang="en-US" sz="1200" kern="1200" dirty="0">
                <a:solidFill>
                  <a:schemeClr val="tx1"/>
                </a:solidFill>
                <a:latin typeface="+mn-lt"/>
                <a:ea typeface="+mn-ea"/>
                <a:cs typeface="+mn-cs"/>
              </a:defRPr>
            </a:lvl2pPr>
            <a:lvl3pPr>
              <a:lnSpc>
                <a:spcPct val="120000"/>
              </a:lnSpc>
              <a:spcBef>
                <a:spcPts val="400"/>
              </a:spcBef>
              <a:spcAft>
                <a:spcPts val="400"/>
              </a:spcAft>
              <a:defRPr/>
            </a:lvl3pPr>
            <a:lvl4pPr>
              <a:lnSpc>
                <a:spcPct val="120000"/>
              </a:lnSpc>
              <a:spcBef>
                <a:spcPts val="400"/>
              </a:spcBef>
              <a:spcAft>
                <a:spcPts val="400"/>
              </a:spcAft>
              <a:defRPr sz="1200"/>
            </a:lvl4pPr>
            <a:lvl5pPr>
              <a:lnSpc>
                <a:spcPct val="120000"/>
              </a:lnSpc>
              <a:spcBef>
                <a:spcPts val="400"/>
              </a:spcBef>
              <a:spcAft>
                <a:spcPts val="400"/>
              </a:spcAft>
              <a:defRPr sz="1200"/>
            </a:lvl5pPr>
          </a:lstStyle>
          <a:p>
            <a:pPr lvl="0"/>
            <a:r>
              <a:rPr lang="en-US" dirty="0"/>
              <a:t>Three column continuous text box</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US" dirty="0"/>
              <a:t>Second level</a:t>
            </a:r>
          </a:p>
          <a:p>
            <a:pPr lvl="2"/>
            <a:r>
              <a:rPr lang="en-US" dirty="0"/>
              <a:t>Third level</a:t>
            </a:r>
          </a:p>
        </p:txBody>
      </p:sp>
    </p:spTree>
    <p:extLst>
      <p:ext uri="{BB962C8B-B14F-4D97-AF65-F5344CB8AC3E}">
        <p14:creationId xmlns:p14="http://schemas.microsoft.com/office/powerpoint/2010/main" val="1442202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Image strip with text">
    <p:bg>
      <p:bgPr>
        <a:solidFill>
          <a:schemeClr val="bg1"/>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C05822E-F8EF-0B26-EE8C-294CF585952F}"/>
              </a:ext>
            </a:extLst>
          </p:cNvPr>
          <p:cNvSpPr>
            <a:spLocks noGrp="1"/>
          </p:cNvSpPr>
          <p:nvPr>
            <p:ph type="title"/>
          </p:nvPr>
        </p:nvSpPr>
        <p:spPr>
          <a:xfrm>
            <a:off x="449263" y="701874"/>
            <a:ext cx="7051812" cy="715669"/>
          </a:xfrm>
        </p:spPr>
        <p:txBody>
          <a:bodyPr/>
          <a:lstStyle/>
          <a:p>
            <a:r>
              <a:rPr lang="en-US"/>
              <a:t>Click to edit Master title style</a:t>
            </a:r>
            <a:endParaRPr lang="en-GB" dirty="0"/>
          </a:p>
        </p:txBody>
      </p:sp>
      <p:sp>
        <p:nvSpPr>
          <p:cNvPr id="5" name="Placeholder">
            <a:extLst>
              <a:ext uri="{FF2B5EF4-FFF2-40B4-BE49-F238E27FC236}">
                <a16:creationId xmlns:a16="http://schemas.microsoft.com/office/drawing/2014/main" id="{65EFF5B5-9A6C-6AFB-ABBA-564B4F8855CF}"/>
              </a:ext>
            </a:extLst>
          </p:cNvPr>
          <p:cNvSpPr>
            <a:spLocks noGrp="1"/>
          </p:cNvSpPr>
          <p:nvPr>
            <p:ph type="body" sz="quarter" idx="11"/>
          </p:nvPr>
        </p:nvSpPr>
        <p:spPr>
          <a:xfrm>
            <a:off x="449263" y="1809749"/>
            <a:ext cx="5499100" cy="4138613"/>
          </a:xfrm>
          <a:prstGeom prst="rect">
            <a:avLst/>
          </a:prstGeom>
        </p:spPr>
        <p:txBody>
          <a:bodyPr numCol="2" spcCol="288000"/>
          <a:lstStyle>
            <a:lvl1pPr marL="0" indent="0">
              <a:lnSpc>
                <a:spcPct val="115000"/>
              </a:lnSpc>
              <a:spcBef>
                <a:spcPts val="400"/>
              </a:spcBef>
              <a:spcAft>
                <a:spcPts val="400"/>
              </a:spcAft>
              <a:buFont typeface="Wingdings 2" panose="05020102010507070707" pitchFamily="18" charset="2"/>
              <a:buNone/>
              <a:defRPr sz="1200"/>
            </a:lvl1pPr>
            <a:lvl2pPr marL="180975" indent="-180975">
              <a:lnSpc>
                <a:spcPct val="115000"/>
              </a:lnSpc>
              <a:spcBef>
                <a:spcPts val="400"/>
              </a:spcBef>
              <a:spcAft>
                <a:spcPts val="400"/>
              </a:spcAft>
              <a:defRPr lang="en-US" sz="1200" kern="1200" dirty="0">
                <a:solidFill>
                  <a:schemeClr val="tx1"/>
                </a:solidFill>
                <a:latin typeface="+mn-lt"/>
                <a:ea typeface="+mn-ea"/>
                <a:cs typeface="+mn-cs"/>
              </a:defRPr>
            </a:lvl2pPr>
            <a:lvl3pPr>
              <a:lnSpc>
                <a:spcPct val="115000"/>
              </a:lnSpc>
              <a:spcBef>
                <a:spcPts val="400"/>
              </a:spcBef>
              <a:spcAft>
                <a:spcPts val="400"/>
              </a:spcAft>
              <a:defRPr sz="1200"/>
            </a:lvl3pPr>
            <a:lvl4pPr>
              <a:lnSpc>
                <a:spcPct val="120000"/>
              </a:lnSpc>
              <a:spcBef>
                <a:spcPts val="400"/>
              </a:spcBef>
              <a:spcAft>
                <a:spcPts val="400"/>
              </a:spcAft>
              <a:defRPr sz="1200"/>
            </a:lvl4pPr>
            <a:lvl5pPr>
              <a:lnSpc>
                <a:spcPct val="120000"/>
              </a:lnSpc>
              <a:spcBef>
                <a:spcPts val="400"/>
              </a:spcBef>
              <a:spcAft>
                <a:spcPts val="400"/>
              </a:spcAft>
              <a:defRPr sz="1200"/>
            </a:lvl5pPr>
          </a:lstStyle>
          <a:p>
            <a:pPr lvl="0"/>
            <a:r>
              <a:rPr lang="en-US"/>
              <a:t>Click to edit Master text styles</a:t>
            </a:r>
          </a:p>
          <a:p>
            <a:pPr lvl="1"/>
            <a:r>
              <a:rPr lang="en-US"/>
              <a:t>Second level</a:t>
            </a:r>
          </a:p>
          <a:p>
            <a:pPr lvl="2"/>
            <a:r>
              <a:rPr lang="en-US"/>
              <a:t>Third level</a:t>
            </a:r>
          </a:p>
        </p:txBody>
      </p:sp>
      <p:sp>
        <p:nvSpPr>
          <p:cNvPr id="16" name="Picture Placeholder">
            <a:extLst>
              <a:ext uri="{FF2B5EF4-FFF2-40B4-BE49-F238E27FC236}">
                <a16:creationId xmlns:a16="http://schemas.microsoft.com/office/drawing/2014/main" id="{1F1C54D2-D2EE-04BE-5F32-CEBA48FF0D37}"/>
              </a:ext>
              <a:ext uri="{C183D7F6-B498-43B3-948B-1728B52AA6E4}">
                <adec:decorative xmlns:adec="http://schemas.microsoft.com/office/drawing/2017/decorative" val="1"/>
              </a:ext>
            </a:extLst>
          </p:cNvPr>
          <p:cNvSpPr>
            <a:spLocks noGrp="1"/>
          </p:cNvSpPr>
          <p:nvPr>
            <p:ph type="pic" sz="quarter" idx="10"/>
          </p:nvPr>
        </p:nvSpPr>
        <p:spPr>
          <a:xfrm>
            <a:off x="3600450" y="1"/>
            <a:ext cx="8591550" cy="6858000"/>
          </a:xfrm>
          <a:custGeom>
            <a:avLst/>
            <a:gdLst>
              <a:gd name="connsiteX0" fmla="*/ 6857996 w 8591550"/>
              <a:gd name="connsiteY0" fmla="*/ 0 h 6858000"/>
              <a:gd name="connsiteX1" fmla="*/ 8591550 w 8591550"/>
              <a:gd name="connsiteY1" fmla="*/ 0 h 6858000"/>
              <a:gd name="connsiteX2" fmla="*/ 8591550 w 8591550"/>
              <a:gd name="connsiteY2" fmla="*/ 3852860 h 6858000"/>
              <a:gd name="connsiteX3" fmla="*/ 5586410 w 8591550"/>
              <a:gd name="connsiteY3" fmla="*/ 6858000 h 6858000"/>
              <a:gd name="connsiteX4" fmla="*/ 0 w 8591550"/>
              <a:gd name="connsiteY4" fmla="*/ 6858000 h 6858000"/>
              <a:gd name="connsiteX5" fmla="*/ 0 w 8591550"/>
              <a:gd name="connsiteY5" fmla="*/ 68579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858000">
                <a:moveTo>
                  <a:pt x="6857996" y="0"/>
                </a:moveTo>
                <a:lnTo>
                  <a:pt x="8591550" y="0"/>
                </a:lnTo>
                <a:lnTo>
                  <a:pt x="8591550" y="3852860"/>
                </a:lnTo>
                <a:lnTo>
                  <a:pt x="5586410" y="6858000"/>
                </a:lnTo>
                <a:lnTo>
                  <a:pt x="0" y="6858000"/>
                </a:lnTo>
                <a:lnTo>
                  <a:pt x="0" y="6857996"/>
                </a:lnTo>
                <a:close/>
              </a:path>
            </a:pathLst>
          </a:custGeom>
          <a:pattFill prst="dkVert">
            <a:fgClr>
              <a:schemeClr val="bg1">
                <a:lumMod val="85000"/>
              </a:schemeClr>
            </a:fgClr>
            <a:bgClr>
              <a:schemeClr val="bg1"/>
            </a:bgClr>
          </a:pattFill>
        </p:spPr>
        <p:txBody>
          <a:bodyPr vert="horz" wrap="square" lIns="0" tIns="0" rIns="0" bIns="2520000" rtlCol="0" anchor="b">
            <a:noAutofit/>
          </a:bodyPr>
          <a:lstStyle>
            <a:lvl1pPr algn="ctr">
              <a:defRPr lang="en-GB"/>
            </a:lvl1pPr>
          </a:lstStyle>
          <a:p>
            <a:pPr lvl="0"/>
            <a:r>
              <a:rPr lang="en-US"/>
              <a:t>Click icon to add picture</a:t>
            </a:r>
            <a:endParaRPr lang="en-GB" dirty="0"/>
          </a:p>
        </p:txBody>
      </p:sp>
      <p:sp>
        <p:nvSpPr>
          <p:cNvPr id="4" name="Classification">
            <a:extLst>
              <a:ext uri="{FF2B5EF4-FFF2-40B4-BE49-F238E27FC236}">
                <a16:creationId xmlns:a16="http://schemas.microsoft.com/office/drawing/2014/main" id="{2A357368-6911-F108-4C72-BC6BCD6C22E2}"/>
              </a:ext>
              <a:ext uri="{C183D7F6-B498-43B3-948B-1728B52AA6E4}">
                <adec:decorative xmlns:adec="http://schemas.microsoft.com/office/drawing/2017/decorative" val="1"/>
              </a:ext>
            </a:extLst>
          </p:cNvPr>
          <p:cNvSpPr txBox="1">
            <a:spLocks/>
          </p:cNvSpPr>
          <p:nvPr/>
        </p:nvSpPr>
        <p:spPr>
          <a:xfrm>
            <a:off x="440938" y="6497329"/>
            <a:ext cx="2968183" cy="12311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tx1"/>
                </a:solidFill>
              </a:rPr>
              <a:t>© Ipsos | Appraisal Plan | May 2024 | Version 1  | Internal Use Only | </a:t>
            </a:r>
          </a:p>
        </p:txBody>
      </p:sp>
      <p:pic>
        <p:nvPicPr>
          <p:cNvPr id="2" name="Ipsos Logo">
            <a:extLst>
              <a:ext uri="{FF2B5EF4-FFF2-40B4-BE49-F238E27FC236}">
                <a16:creationId xmlns:a16="http://schemas.microsoft.com/office/drawing/2014/main" id="{5736C387-1E30-3967-00C5-67A2D4B1A6F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22787063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 Biographi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4ADF9F4-0984-90BB-D24E-468E60FF06E5}"/>
              </a:ext>
            </a:extLst>
          </p:cNvPr>
          <p:cNvSpPr>
            <a:spLocks noGrp="1"/>
          </p:cNvSpPr>
          <p:nvPr>
            <p:ph type="title" hasCustomPrompt="1"/>
          </p:nvPr>
        </p:nvSpPr>
        <p:spPr/>
        <p:txBody>
          <a:bodyPr/>
          <a:lstStyle>
            <a:lvl1pPr>
              <a:defRPr/>
            </a:lvl1pPr>
          </a:lstStyle>
          <a:p>
            <a:r>
              <a:rPr lang="en-US" dirty="0"/>
              <a:t>Biographies / Team Slide</a:t>
            </a:r>
            <a:endParaRPr lang="en-GB" dirty="0"/>
          </a:p>
        </p:txBody>
      </p:sp>
      <p:sp>
        <p:nvSpPr>
          <p:cNvPr id="16" name="Name 1">
            <a:extLst>
              <a:ext uri="{FF2B5EF4-FFF2-40B4-BE49-F238E27FC236}">
                <a16:creationId xmlns:a16="http://schemas.microsoft.com/office/drawing/2014/main" id="{41154020-330A-4307-8B18-1E1750724F82}"/>
              </a:ext>
            </a:extLst>
          </p:cNvPr>
          <p:cNvSpPr>
            <a:spLocks noGrp="1"/>
          </p:cNvSpPr>
          <p:nvPr>
            <p:ph type="body" sz="quarter" idx="22" hasCustomPrompt="1"/>
          </p:nvPr>
        </p:nvSpPr>
        <p:spPr>
          <a:xfrm>
            <a:off x="442913" y="1736725"/>
            <a:ext cx="1573660" cy="458202"/>
          </a:xfrm>
          <a:prstGeom prst="rect">
            <a:avLst/>
          </a:prstGeom>
        </p:spPr>
        <p:txBody>
          <a:bodyPr wrap="square" anchor="t">
            <a:spAutoFit/>
          </a:bodyPr>
          <a:lstStyle>
            <a:lvl1pPr>
              <a:spcBef>
                <a:spcPts val="0"/>
              </a:spcBef>
              <a:spcAft>
                <a:spcPts val="0"/>
              </a:spcAft>
              <a:defRPr sz="1400" b="1" cap="none" baseline="0">
                <a:solidFill>
                  <a:schemeClr val="tx1"/>
                </a:solidFill>
              </a:defRPr>
            </a:lvl1pPr>
            <a:lvl2pPr marL="0" indent="0">
              <a:spcBef>
                <a:spcPts val="0"/>
              </a:spcBef>
              <a:spcAft>
                <a:spcPts val="0"/>
              </a:spcAft>
              <a:buFont typeface="Barlow" panose="020B0604020202020204" pitchFamily="34" charset="0"/>
              <a:buNone/>
              <a:defRPr sz="1400" b="1" cap="none" baseline="0">
                <a:solidFill>
                  <a:schemeClr val="tx1"/>
                </a:solidFill>
              </a:defRPr>
            </a:lvl2pPr>
          </a:lstStyle>
          <a:p>
            <a:pPr lvl="0"/>
            <a:r>
              <a:rPr lang="en-GB" dirty="0"/>
              <a:t>First name</a:t>
            </a:r>
          </a:p>
          <a:p>
            <a:pPr lvl="1"/>
            <a:r>
              <a:rPr lang="en-GB" dirty="0"/>
              <a:t>Last name</a:t>
            </a:r>
          </a:p>
        </p:txBody>
      </p:sp>
      <p:sp>
        <p:nvSpPr>
          <p:cNvPr id="6" name="Picture Placeholder 1">
            <a:extLst>
              <a:ext uri="{FF2B5EF4-FFF2-40B4-BE49-F238E27FC236}">
                <a16:creationId xmlns:a16="http://schemas.microsoft.com/office/drawing/2014/main" id="{1D022528-6EBA-C4A0-BEB6-F9204610C897}"/>
              </a:ext>
              <a:ext uri="{C183D7F6-B498-43B3-948B-1728B52AA6E4}">
                <adec:decorative xmlns:adec="http://schemas.microsoft.com/office/drawing/2017/decorative" val="1"/>
              </a:ext>
            </a:extLst>
          </p:cNvPr>
          <p:cNvSpPr>
            <a:spLocks noGrp="1"/>
          </p:cNvSpPr>
          <p:nvPr>
            <p:ph type="pic" sz="quarter" idx="19"/>
          </p:nvPr>
        </p:nvSpPr>
        <p:spPr>
          <a:xfrm>
            <a:off x="455613" y="2323852"/>
            <a:ext cx="1573660" cy="1573200"/>
          </a:xfrm>
          <a:custGeom>
            <a:avLst/>
            <a:gdLst>
              <a:gd name="connsiteX0" fmla="*/ 0 w 1573660"/>
              <a:gd name="connsiteY0" fmla="*/ 0 h 1573200"/>
              <a:gd name="connsiteX1" fmla="*/ 1573660 w 1573660"/>
              <a:gd name="connsiteY1" fmla="*/ 0 h 1573200"/>
              <a:gd name="connsiteX2" fmla="*/ 1573660 w 1573660"/>
              <a:gd name="connsiteY2" fmla="*/ 1349792 h 1573200"/>
              <a:gd name="connsiteX3" fmla="*/ 1350252 w 1573660"/>
              <a:gd name="connsiteY3" fmla="*/ 1573200 h 1573200"/>
              <a:gd name="connsiteX4" fmla="*/ 0 w 1573660"/>
              <a:gd name="connsiteY4" fmla="*/ 1573200 h 157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660" h="1573200">
                <a:moveTo>
                  <a:pt x="0" y="0"/>
                </a:moveTo>
                <a:lnTo>
                  <a:pt x="1573660" y="0"/>
                </a:lnTo>
                <a:lnTo>
                  <a:pt x="1573660" y="1349792"/>
                </a:lnTo>
                <a:lnTo>
                  <a:pt x="1350252" y="1573200"/>
                </a:lnTo>
                <a:lnTo>
                  <a:pt x="0" y="1573200"/>
                </a:lnTo>
                <a:close/>
              </a:path>
            </a:pathLst>
          </a:custGeom>
          <a:pattFill prst="dkUpDiag">
            <a:fgClr>
              <a:schemeClr val="bg1">
                <a:lumMod val="85000"/>
              </a:schemeClr>
            </a:fgClr>
            <a:bgClr>
              <a:schemeClr val="bg1"/>
            </a:bgClr>
          </a:pattFill>
        </p:spPr>
        <p:txBody>
          <a:bodyPr vert="horz" wrap="square" lIns="0" tIns="0" rIns="0" bIns="0" rtlCol="0" anchor="b">
            <a:noAutofit/>
          </a:bodyPr>
          <a:lstStyle>
            <a:lvl1pPr>
              <a:defRPr lang="en-GB" dirty="0"/>
            </a:lvl1pPr>
          </a:lstStyle>
          <a:p>
            <a:pPr lvl="0" algn="ctr"/>
            <a:r>
              <a:rPr lang="en-US"/>
              <a:t>Click icon to add picture</a:t>
            </a:r>
            <a:endParaRPr lang="en-GB" dirty="0"/>
          </a:p>
        </p:txBody>
      </p:sp>
      <p:sp>
        <p:nvSpPr>
          <p:cNvPr id="15" name="Placeholder 1">
            <a:extLst>
              <a:ext uri="{FF2B5EF4-FFF2-40B4-BE49-F238E27FC236}">
                <a16:creationId xmlns:a16="http://schemas.microsoft.com/office/drawing/2014/main" id="{A81DA3D4-EF88-48E1-A722-44D4D0FA10B6}"/>
              </a:ext>
            </a:extLst>
          </p:cNvPr>
          <p:cNvSpPr>
            <a:spLocks noGrp="1"/>
          </p:cNvSpPr>
          <p:nvPr>
            <p:ph type="body" sz="quarter" idx="23" hasCustomPrompt="1"/>
          </p:nvPr>
        </p:nvSpPr>
        <p:spPr>
          <a:xfrm>
            <a:off x="442913" y="4045998"/>
            <a:ext cx="1573660" cy="1903877"/>
          </a:xfrm>
          <a:prstGeom prst="rect">
            <a:avLst/>
          </a:prstGeom>
        </p:spPr>
        <p:txBody>
          <a:bodyPr wrap="square" anchor="t">
            <a:noAutofit/>
          </a:bodyPr>
          <a:lstStyle>
            <a:lvl1pPr>
              <a:spcBef>
                <a:spcPts val="0"/>
              </a:spcBef>
              <a:spcAft>
                <a:spcPts val="0"/>
              </a:spcAft>
              <a:defRPr>
                <a:solidFill>
                  <a:schemeClr val="tx1"/>
                </a:solidFill>
              </a:defRPr>
            </a:lvl1pPr>
            <a:lvl2pPr marL="0" indent="0">
              <a:spcBef>
                <a:spcPts val="0"/>
              </a:spcBef>
              <a:spcAft>
                <a:spcPts val="0"/>
              </a:spcAft>
              <a:buFont typeface="Barlow" panose="020B0604020202020204" pitchFamily="34" charset="0"/>
              <a:buNone/>
              <a:defRPr>
                <a:solidFill>
                  <a:schemeClr val="bg1"/>
                </a:solidFill>
              </a:defRPr>
            </a:lvl2pPr>
          </a:lstStyle>
          <a:p>
            <a:pPr lvl="0"/>
            <a:r>
              <a:rPr lang="en-GB" dirty="0"/>
              <a:t>Title and brief role description here</a:t>
            </a:r>
          </a:p>
        </p:txBody>
      </p:sp>
      <p:sp>
        <p:nvSpPr>
          <p:cNvPr id="20" name="Name 2">
            <a:extLst>
              <a:ext uri="{FF2B5EF4-FFF2-40B4-BE49-F238E27FC236}">
                <a16:creationId xmlns:a16="http://schemas.microsoft.com/office/drawing/2014/main" id="{71613F17-97E2-4491-9EF3-F01FFDE6E863}"/>
              </a:ext>
            </a:extLst>
          </p:cNvPr>
          <p:cNvSpPr>
            <a:spLocks noGrp="1"/>
          </p:cNvSpPr>
          <p:nvPr>
            <p:ph type="body" sz="quarter" idx="25" hasCustomPrompt="1"/>
          </p:nvPr>
        </p:nvSpPr>
        <p:spPr>
          <a:xfrm>
            <a:off x="2379122" y="1736725"/>
            <a:ext cx="1573660" cy="458202"/>
          </a:xfrm>
          <a:prstGeom prst="rect">
            <a:avLst/>
          </a:prstGeom>
        </p:spPr>
        <p:txBody>
          <a:bodyPr wrap="square" anchor="t">
            <a:spAutoFit/>
          </a:bodyPr>
          <a:lstStyle>
            <a:lvl1pPr>
              <a:spcBef>
                <a:spcPts val="0"/>
              </a:spcBef>
              <a:spcAft>
                <a:spcPts val="0"/>
              </a:spcAft>
              <a:defRPr sz="1400" b="1" cap="none" baseline="0">
                <a:solidFill>
                  <a:schemeClr val="tx1"/>
                </a:solidFill>
              </a:defRPr>
            </a:lvl1pPr>
            <a:lvl2pPr marL="0" indent="0">
              <a:spcBef>
                <a:spcPts val="0"/>
              </a:spcBef>
              <a:spcAft>
                <a:spcPts val="0"/>
              </a:spcAft>
              <a:buFont typeface="Barlow" panose="020B0604020202020204" pitchFamily="34" charset="0"/>
              <a:buNone/>
              <a:defRPr sz="1400" b="1" cap="none" baseline="0">
                <a:solidFill>
                  <a:schemeClr val="tx1"/>
                </a:solidFill>
              </a:defRPr>
            </a:lvl2pPr>
          </a:lstStyle>
          <a:p>
            <a:pPr lvl="0"/>
            <a:r>
              <a:rPr lang="en-GB" dirty="0"/>
              <a:t>First name</a:t>
            </a:r>
          </a:p>
          <a:p>
            <a:pPr lvl="1"/>
            <a:r>
              <a:rPr lang="en-GB" dirty="0"/>
              <a:t>Last name</a:t>
            </a:r>
          </a:p>
        </p:txBody>
      </p:sp>
      <p:sp>
        <p:nvSpPr>
          <p:cNvPr id="7" name="Picture Placeholder 2">
            <a:extLst>
              <a:ext uri="{FF2B5EF4-FFF2-40B4-BE49-F238E27FC236}">
                <a16:creationId xmlns:a16="http://schemas.microsoft.com/office/drawing/2014/main" id="{BCAD9EA5-E736-4B69-C6BA-B70AA49A3DC7}"/>
              </a:ext>
              <a:ext uri="{C183D7F6-B498-43B3-948B-1728B52AA6E4}">
                <adec:decorative xmlns:adec="http://schemas.microsoft.com/office/drawing/2017/decorative" val="1"/>
              </a:ext>
            </a:extLst>
          </p:cNvPr>
          <p:cNvSpPr>
            <a:spLocks noGrp="1"/>
          </p:cNvSpPr>
          <p:nvPr>
            <p:ph type="pic" sz="quarter" idx="39"/>
          </p:nvPr>
        </p:nvSpPr>
        <p:spPr>
          <a:xfrm>
            <a:off x="2390052" y="2333862"/>
            <a:ext cx="1573660" cy="1573200"/>
          </a:xfrm>
          <a:custGeom>
            <a:avLst/>
            <a:gdLst>
              <a:gd name="connsiteX0" fmla="*/ 0 w 1573660"/>
              <a:gd name="connsiteY0" fmla="*/ 0 h 1573200"/>
              <a:gd name="connsiteX1" fmla="*/ 1573660 w 1573660"/>
              <a:gd name="connsiteY1" fmla="*/ 0 h 1573200"/>
              <a:gd name="connsiteX2" fmla="*/ 1573660 w 1573660"/>
              <a:gd name="connsiteY2" fmla="*/ 1349792 h 1573200"/>
              <a:gd name="connsiteX3" fmla="*/ 1350252 w 1573660"/>
              <a:gd name="connsiteY3" fmla="*/ 1573200 h 1573200"/>
              <a:gd name="connsiteX4" fmla="*/ 0 w 1573660"/>
              <a:gd name="connsiteY4" fmla="*/ 1573200 h 157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660" h="1573200">
                <a:moveTo>
                  <a:pt x="0" y="0"/>
                </a:moveTo>
                <a:lnTo>
                  <a:pt x="1573660" y="0"/>
                </a:lnTo>
                <a:lnTo>
                  <a:pt x="1573660" y="1349792"/>
                </a:lnTo>
                <a:lnTo>
                  <a:pt x="1350252" y="1573200"/>
                </a:lnTo>
                <a:lnTo>
                  <a:pt x="0" y="1573200"/>
                </a:lnTo>
                <a:close/>
              </a:path>
            </a:pathLst>
          </a:custGeom>
          <a:pattFill prst="dkUpDiag">
            <a:fgClr>
              <a:schemeClr val="bg1">
                <a:lumMod val="85000"/>
              </a:schemeClr>
            </a:fgClr>
            <a:bgClr>
              <a:schemeClr val="bg1"/>
            </a:bgClr>
          </a:pattFill>
        </p:spPr>
        <p:txBody>
          <a:bodyPr vert="horz" wrap="square" lIns="0" tIns="0" rIns="0" bIns="0" rtlCol="0" anchor="b">
            <a:noAutofit/>
          </a:bodyPr>
          <a:lstStyle>
            <a:lvl1pPr>
              <a:defRPr lang="en-GB" dirty="0"/>
            </a:lvl1pPr>
          </a:lstStyle>
          <a:p>
            <a:pPr lvl="0" algn="ctr"/>
            <a:r>
              <a:rPr lang="en-US"/>
              <a:t>Click icon to add picture</a:t>
            </a:r>
            <a:endParaRPr lang="en-GB" dirty="0"/>
          </a:p>
        </p:txBody>
      </p:sp>
      <p:sp>
        <p:nvSpPr>
          <p:cNvPr id="21" name="Placeholder 2">
            <a:extLst>
              <a:ext uri="{FF2B5EF4-FFF2-40B4-BE49-F238E27FC236}">
                <a16:creationId xmlns:a16="http://schemas.microsoft.com/office/drawing/2014/main" id="{6F22912B-7D36-4077-8BFB-FDA6B7BA0EA9}"/>
              </a:ext>
            </a:extLst>
          </p:cNvPr>
          <p:cNvSpPr>
            <a:spLocks noGrp="1"/>
          </p:cNvSpPr>
          <p:nvPr>
            <p:ph type="body" sz="quarter" idx="26" hasCustomPrompt="1"/>
          </p:nvPr>
        </p:nvSpPr>
        <p:spPr>
          <a:xfrm>
            <a:off x="2379892" y="4045998"/>
            <a:ext cx="1573660" cy="1903877"/>
          </a:xfrm>
          <a:prstGeom prst="rect">
            <a:avLst/>
          </a:prstGeom>
        </p:spPr>
        <p:txBody>
          <a:bodyPr wrap="square" anchor="t">
            <a:noAutofit/>
          </a:bodyPr>
          <a:lstStyle>
            <a:lvl1pPr>
              <a:spcBef>
                <a:spcPts val="0"/>
              </a:spcBef>
              <a:spcAft>
                <a:spcPts val="0"/>
              </a:spcAft>
              <a:defRPr>
                <a:solidFill>
                  <a:schemeClr val="tx1"/>
                </a:solidFill>
              </a:defRPr>
            </a:lvl1pPr>
            <a:lvl2pPr marL="0" indent="0">
              <a:spcBef>
                <a:spcPts val="0"/>
              </a:spcBef>
              <a:spcAft>
                <a:spcPts val="0"/>
              </a:spcAft>
              <a:buFont typeface="Barlow" panose="020B0604020202020204" pitchFamily="34" charset="0"/>
              <a:buNone/>
              <a:defRPr>
                <a:solidFill>
                  <a:schemeClr val="bg1"/>
                </a:solidFill>
              </a:defRPr>
            </a:lvl2pPr>
          </a:lstStyle>
          <a:p>
            <a:pPr lvl="0"/>
            <a:r>
              <a:rPr lang="en-GB" dirty="0"/>
              <a:t>Title and brief role description here</a:t>
            </a:r>
          </a:p>
        </p:txBody>
      </p:sp>
      <p:sp>
        <p:nvSpPr>
          <p:cNvPr id="24" name="Name 3">
            <a:extLst>
              <a:ext uri="{FF2B5EF4-FFF2-40B4-BE49-F238E27FC236}">
                <a16:creationId xmlns:a16="http://schemas.microsoft.com/office/drawing/2014/main" id="{4ACD92D7-D8E5-4F1B-8FF3-A92BC817BD5B}"/>
              </a:ext>
            </a:extLst>
          </p:cNvPr>
          <p:cNvSpPr>
            <a:spLocks noGrp="1"/>
          </p:cNvSpPr>
          <p:nvPr>
            <p:ph type="body" sz="quarter" idx="28" hasCustomPrompt="1"/>
          </p:nvPr>
        </p:nvSpPr>
        <p:spPr>
          <a:xfrm>
            <a:off x="4315331" y="1736725"/>
            <a:ext cx="1573660" cy="458202"/>
          </a:xfrm>
          <a:prstGeom prst="rect">
            <a:avLst/>
          </a:prstGeom>
        </p:spPr>
        <p:txBody>
          <a:bodyPr wrap="square" anchor="t">
            <a:spAutoFit/>
          </a:bodyPr>
          <a:lstStyle>
            <a:lvl1pPr>
              <a:spcBef>
                <a:spcPts val="0"/>
              </a:spcBef>
              <a:spcAft>
                <a:spcPts val="0"/>
              </a:spcAft>
              <a:defRPr sz="1400" b="1" cap="none" baseline="0">
                <a:solidFill>
                  <a:schemeClr val="tx1"/>
                </a:solidFill>
              </a:defRPr>
            </a:lvl1pPr>
            <a:lvl2pPr marL="0" indent="0">
              <a:spcBef>
                <a:spcPts val="0"/>
              </a:spcBef>
              <a:spcAft>
                <a:spcPts val="0"/>
              </a:spcAft>
              <a:buFont typeface="Barlow" panose="020B0604020202020204" pitchFamily="34" charset="0"/>
              <a:buNone/>
              <a:defRPr sz="1400" b="1" cap="none" baseline="0">
                <a:solidFill>
                  <a:schemeClr val="tx1"/>
                </a:solidFill>
              </a:defRPr>
            </a:lvl2pPr>
          </a:lstStyle>
          <a:p>
            <a:pPr lvl="0"/>
            <a:r>
              <a:rPr lang="en-GB" dirty="0"/>
              <a:t>First name</a:t>
            </a:r>
          </a:p>
          <a:p>
            <a:pPr lvl="1"/>
            <a:r>
              <a:rPr lang="en-GB" dirty="0"/>
              <a:t>Last name</a:t>
            </a:r>
          </a:p>
        </p:txBody>
      </p:sp>
      <p:sp>
        <p:nvSpPr>
          <p:cNvPr id="8" name="Picture Placeholder 3">
            <a:extLst>
              <a:ext uri="{FF2B5EF4-FFF2-40B4-BE49-F238E27FC236}">
                <a16:creationId xmlns:a16="http://schemas.microsoft.com/office/drawing/2014/main" id="{357D52C6-2870-E30F-D4E4-6FE20FD88ED3}"/>
              </a:ext>
              <a:ext uri="{C183D7F6-B498-43B3-948B-1728B52AA6E4}">
                <adec:decorative xmlns:adec="http://schemas.microsoft.com/office/drawing/2017/decorative" val="1"/>
              </a:ext>
            </a:extLst>
          </p:cNvPr>
          <p:cNvSpPr>
            <a:spLocks noGrp="1"/>
          </p:cNvSpPr>
          <p:nvPr>
            <p:ph type="pic" sz="quarter" idx="40"/>
          </p:nvPr>
        </p:nvSpPr>
        <p:spPr>
          <a:xfrm>
            <a:off x="4324491" y="2333862"/>
            <a:ext cx="1573660" cy="1573200"/>
          </a:xfrm>
          <a:custGeom>
            <a:avLst/>
            <a:gdLst>
              <a:gd name="connsiteX0" fmla="*/ 0 w 1573660"/>
              <a:gd name="connsiteY0" fmla="*/ 0 h 1573200"/>
              <a:gd name="connsiteX1" fmla="*/ 1573660 w 1573660"/>
              <a:gd name="connsiteY1" fmla="*/ 0 h 1573200"/>
              <a:gd name="connsiteX2" fmla="*/ 1573660 w 1573660"/>
              <a:gd name="connsiteY2" fmla="*/ 1349792 h 1573200"/>
              <a:gd name="connsiteX3" fmla="*/ 1350252 w 1573660"/>
              <a:gd name="connsiteY3" fmla="*/ 1573200 h 1573200"/>
              <a:gd name="connsiteX4" fmla="*/ 0 w 1573660"/>
              <a:gd name="connsiteY4" fmla="*/ 1573200 h 157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660" h="1573200">
                <a:moveTo>
                  <a:pt x="0" y="0"/>
                </a:moveTo>
                <a:lnTo>
                  <a:pt x="1573660" y="0"/>
                </a:lnTo>
                <a:lnTo>
                  <a:pt x="1573660" y="1349792"/>
                </a:lnTo>
                <a:lnTo>
                  <a:pt x="1350252" y="1573200"/>
                </a:lnTo>
                <a:lnTo>
                  <a:pt x="0" y="1573200"/>
                </a:lnTo>
                <a:close/>
              </a:path>
            </a:pathLst>
          </a:custGeom>
          <a:pattFill prst="dkUpDiag">
            <a:fgClr>
              <a:schemeClr val="bg1">
                <a:lumMod val="85000"/>
              </a:schemeClr>
            </a:fgClr>
            <a:bgClr>
              <a:schemeClr val="bg1"/>
            </a:bgClr>
          </a:pattFill>
        </p:spPr>
        <p:txBody>
          <a:bodyPr vert="horz" wrap="square" lIns="0" tIns="0" rIns="0" bIns="0" rtlCol="0" anchor="b">
            <a:noAutofit/>
          </a:bodyPr>
          <a:lstStyle>
            <a:lvl1pPr>
              <a:defRPr lang="en-GB" dirty="0"/>
            </a:lvl1pPr>
          </a:lstStyle>
          <a:p>
            <a:pPr lvl="0" algn="ctr"/>
            <a:r>
              <a:rPr lang="en-US"/>
              <a:t>Click icon to add picture</a:t>
            </a:r>
            <a:endParaRPr lang="en-GB" dirty="0"/>
          </a:p>
        </p:txBody>
      </p:sp>
      <p:sp>
        <p:nvSpPr>
          <p:cNvPr id="25" name="Placeholder 3">
            <a:extLst>
              <a:ext uri="{FF2B5EF4-FFF2-40B4-BE49-F238E27FC236}">
                <a16:creationId xmlns:a16="http://schemas.microsoft.com/office/drawing/2014/main" id="{459EAA34-4CBD-4836-8FB9-E4972A4D4702}"/>
              </a:ext>
            </a:extLst>
          </p:cNvPr>
          <p:cNvSpPr>
            <a:spLocks noGrp="1"/>
          </p:cNvSpPr>
          <p:nvPr>
            <p:ph type="body" sz="quarter" idx="29" hasCustomPrompt="1"/>
          </p:nvPr>
        </p:nvSpPr>
        <p:spPr>
          <a:xfrm>
            <a:off x="4316871" y="4045998"/>
            <a:ext cx="1573660" cy="1903877"/>
          </a:xfrm>
          <a:prstGeom prst="rect">
            <a:avLst/>
          </a:prstGeom>
        </p:spPr>
        <p:txBody>
          <a:bodyPr wrap="square" anchor="t">
            <a:noAutofit/>
          </a:bodyPr>
          <a:lstStyle>
            <a:lvl1pPr>
              <a:spcBef>
                <a:spcPts val="0"/>
              </a:spcBef>
              <a:spcAft>
                <a:spcPts val="0"/>
              </a:spcAft>
              <a:defRPr>
                <a:solidFill>
                  <a:schemeClr val="tx1"/>
                </a:solidFill>
              </a:defRPr>
            </a:lvl1pPr>
            <a:lvl2pPr marL="0" indent="0">
              <a:spcBef>
                <a:spcPts val="0"/>
              </a:spcBef>
              <a:spcAft>
                <a:spcPts val="0"/>
              </a:spcAft>
              <a:buFont typeface="Barlow" panose="020B0604020202020204" pitchFamily="34" charset="0"/>
              <a:buNone/>
              <a:defRPr>
                <a:solidFill>
                  <a:schemeClr val="bg1"/>
                </a:solidFill>
              </a:defRPr>
            </a:lvl2pPr>
          </a:lstStyle>
          <a:p>
            <a:pPr lvl="0"/>
            <a:r>
              <a:rPr lang="en-GB" dirty="0"/>
              <a:t>Title and brief role description here</a:t>
            </a:r>
          </a:p>
        </p:txBody>
      </p:sp>
      <p:sp>
        <p:nvSpPr>
          <p:cNvPr id="27" name="Name 4">
            <a:extLst>
              <a:ext uri="{FF2B5EF4-FFF2-40B4-BE49-F238E27FC236}">
                <a16:creationId xmlns:a16="http://schemas.microsoft.com/office/drawing/2014/main" id="{95119930-DF3D-4F95-9821-DD803BEC06B8}"/>
              </a:ext>
            </a:extLst>
          </p:cNvPr>
          <p:cNvSpPr>
            <a:spLocks noGrp="1"/>
          </p:cNvSpPr>
          <p:nvPr>
            <p:ph type="body" sz="quarter" idx="31" hasCustomPrompt="1"/>
          </p:nvPr>
        </p:nvSpPr>
        <p:spPr>
          <a:xfrm>
            <a:off x="6251540" y="1748727"/>
            <a:ext cx="1573660" cy="458202"/>
          </a:xfrm>
          <a:prstGeom prst="rect">
            <a:avLst/>
          </a:prstGeom>
        </p:spPr>
        <p:txBody>
          <a:bodyPr wrap="square" anchor="t">
            <a:spAutoFit/>
          </a:bodyPr>
          <a:lstStyle>
            <a:lvl1pPr>
              <a:spcBef>
                <a:spcPts val="0"/>
              </a:spcBef>
              <a:spcAft>
                <a:spcPts val="0"/>
              </a:spcAft>
              <a:defRPr sz="1400" b="1" cap="none" baseline="0">
                <a:solidFill>
                  <a:schemeClr val="tx1"/>
                </a:solidFill>
              </a:defRPr>
            </a:lvl1pPr>
            <a:lvl2pPr marL="0" indent="0">
              <a:spcBef>
                <a:spcPts val="0"/>
              </a:spcBef>
              <a:spcAft>
                <a:spcPts val="0"/>
              </a:spcAft>
              <a:buFont typeface="Barlow" panose="020B0604020202020204" pitchFamily="34" charset="0"/>
              <a:buNone/>
              <a:defRPr sz="1400" b="1" cap="none" baseline="0">
                <a:solidFill>
                  <a:schemeClr val="tx1"/>
                </a:solidFill>
              </a:defRPr>
            </a:lvl2pPr>
          </a:lstStyle>
          <a:p>
            <a:pPr lvl="0"/>
            <a:r>
              <a:rPr lang="en-GB" dirty="0"/>
              <a:t>First name</a:t>
            </a:r>
          </a:p>
          <a:p>
            <a:pPr lvl="1"/>
            <a:r>
              <a:rPr lang="en-GB" dirty="0"/>
              <a:t>Last name</a:t>
            </a:r>
          </a:p>
        </p:txBody>
      </p:sp>
      <p:sp>
        <p:nvSpPr>
          <p:cNvPr id="9" name="Picture Placeholder 4">
            <a:extLst>
              <a:ext uri="{FF2B5EF4-FFF2-40B4-BE49-F238E27FC236}">
                <a16:creationId xmlns:a16="http://schemas.microsoft.com/office/drawing/2014/main" id="{074A36C6-E21E-40D7-90B6-E4EE4ED33126}"/>
              </a:ext>
              <a:ext uri="{C183D7F6-B498-43B3-948B-1728B52AA6E4}">
                <adec:decorative xmlns:adec="http://schemas.microsoft.com/office/drawing/2017/decorative" val="1"/>
              </a:ext>
            </a:extLst>
          </p:cNvPr>
          <p:cNvSpPr>
            <a:spLocks noGrp="1"/>
          </p:cNvSpPr>
          <p:nvPr>
            <p:ph type="pic" sz="quarter" idx="41"/>
          </p:nvPr>
        </p:nvSpPr>
        <p:spPr>
          <a:xfrm>
            <a:off x="6258930" y="2333862"/>
            <a:ext cx="1573660" cy="1573200"/>
          </a:xfrm>
          <a:custGeom>
            <a:avLst/>
            <a:gdLst>
              <a:gd name="connsiteX0" fmla="*/ 0 w 1573660"/>
              <a:gd name="connsiteY0" fmla="*/ 0 h 1573200"/>
              <a:gd name="connsiteX1" fmla="*/ 1573660 w 1573660"/>
              <a:gd name="connsiteY1" fmla="*/ 0 h 1573200"/>
              <a:gd name="connsiteX2" fmla="*/ 1573660 w 1573660"/>
              <a:gd name="connsiteY2" fmla="*/ 1349792 h 1573200"/>
              <a:gd name="connsiteX3" fmla="*/ 1350252 w 1573660"/>
              <a:gd name="connsiteY3" fmla="*/ 1573200 h 1573200"/>
              <a:gd name="connsiteX4" fmla="*/ 0 w 1573660"/>
              <a:gd name="connsiteY4" fmla="*/ 1573200 h 157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660" h="1573200">
                <a:moveTo>
                  <a:pt x="0" y="0"/>
                </a:moveTo>
                <a:lnTo>
                  <a:pt x="1573660" y="0"/>
                </a:lnTo>
                <a:lnTo>
                  <a:pt x="1573660" y="1349792"/>
                </a:lnTo>
                <a:lnTo>
                  <a:pt x="1350252" y="1573200"/>
                </a:lnTo>
                <a:lnTo>
                  <a:pt x="0" y="1573200"/>
                </a:lnTo>
                <a:close/>
              </a:path>
            </a:pathLst>
          </a:custGeom>
          <a:pattFill prst="dkUpDiag">
            <a:fgClr>
              <a:schemeClr val="bg1">
                <a:lumMod val="85000"/>
              </a:schemeClr>
            </a:fgClr>
            <a:bgClr>
              <a:schemeClr val="bg1"/>
            </a:bgClr>
          </a:pattFill>
        </p:spPr>
        <p:txBody>
          <a:bodyPr vert="horz" wrap="square" lIns="0" tIns="0" rIns="0" bIns="0" rtlCol="0" anchor="b">
            <a:noAutofit/>
          </a:bodyPr>
          <a:lstStyle>
            <a:lvl1pPr>
              <a:defRPr lang="en-GB" dirty="0"/>
            </a:lvl1pPr>
          </a:lstStyle>
          <a:p>
            <a:pPr lvl="0" algn="ctr"/>
            <a:r>
              <a:rPr lang="en-US"/>
              <a:t>Click icon to add picture</a:t>
            </a:r>
            <a:endParaRPr lang="en-GB" dirty="0"/>
          </a:p>
        </p:txBody>
      </p:sp>
      <p:sp>
        <p:nvSpPr>
          <p:cNvPr id="28" name="Placeholder 4">
            <a:extLst>
              <a:ext uri="{FF2B5EF4-FFF2-40B4-BE49-F238E27FC236}">
                <a16:creationId xmlns:a16="http://schemas.microsoft.com/office/drawing/2014/main" id="{F1EC47F3-3364-4097-9549-A48AAC2F5219}"/>
              </a:ext>
            </a:extLst>
          </p:cNvPr>
          <p:cNvSpPr>
            <a:spLocks noGrp="1"/>
          </p:cNvSpPr>
          <p:nvPr>
            <p:ph type="body" sz="quarter" idx="32" hasCustomPrompt="1"/>
          </p:nvPr>
        </p:nvSpPr>
        <p:spPr>
          <a:xfrm>
            <a:off x="6253850" y="4058000"/>
            <a:ext cx="1573660" cy="1903877"/>
          </a:xfrm>
          <a:prstGeom prst="rect">
            <a:avLst/>
          </a:prstGeom>
        </p:spPr>
        <p:txBody>
          <a:bodyPr wrap="square" anchor="t">
            <a:noAutofit/>
          </a:bodyPr>
          <a:lstStyle>
            <a:lvl1pPr>
              <a:spcBef>
                <a:spcPts val="0"/>
              </a:spcBef>
              <a:spcAft>
                <a:spcPts val="0"/>
              </a:spcAft>
              <a:defRPr>
                <a:solidFill>
                  <a:schemeClr val="tx1"/>
                </a:solidFill>
              </a:defRPr>
            </a:lvl1pPr>
            <a:lvl2pPr marL="0" indent="0">
              <a:spcBef>
                <a:spcPts val="0"/>
              </a:spcBef>
              <a:spcAft>
                <a:spcPts val="0"/>
              </a:spcAft>
              <a:buFont typeface="Barlow" panose="020B0604020202020204" pitchFamily="34" charset="0"/>
              <a:buNone/>
              <a:defRPr>
                <a:solidFill>
                  <a:schemeClr val="bg1"/>
                </a:solidFill>
              </a:defRPr>
            </a:lvl2pPr>
          </a:lstStyle>
          <a:p>
            <a:pPr lvl="0"/>
            <a:r>
              <a:rPr lang="en-GB" dirty="0"/>
              <a:t>Title and brief role description here</a:t>
            </a:r>
          </a:p>
        </p:txBody>
      </p:sp>
      <p:sp>
        <p:nvSpPr>
          <p:cNvPr id="30" name="Name 5">
            <a:extLst>
              <a:ext uri="{FF2B5EF4-FFF2-40B4-BE49-F238E27FC236}">
                <a16:creationId xmlns:a16="http://schemas.microsoft.com/office/drawing/2014/main" id="{8BC3BB59-8297-4139-8EEB-7AA6A362059C}"/>
              </a:ext>
            </a:extLst>
          </p:cNvPr>
          <p:cNvSpPr>
            <a:spLocks noGrp="1"/>
          </p:cNvSpPr>
          <p:nvPr>
            <p:ph type="body" sz="quarter" idx="34" hasCustomPrompt="1"/>
          </p:nvPr>
        </p:nvSpPr>
        <p:spPr>
          <a:xfrm>
            <a:off x="8187749" y="1748727"/>
            <a:ext cx="1573660" cy="458202"/>
          </a:xfrm>
          <a:prstGeom prst="rect">
            <a:avLst/>
          </a:prstGeom>
        </p:spPr>
        <p:txBody>
          <a:bodyPr wrap="square" anchor="t">
            <a:spAutoFit/>
          </a:bodyPr>
          <a:lstStyle>
            <a:lvl1pPr>
              <a:spcBef>
                <a:spcPts val="0"/>
              </a:spcBef>
              <a:spcAft>
                <a:spcPts val="0"/>
              </a:spcAft>
              <a:defRPr sz="1400" b="1" cap="none" baseline="0">
                <a:solidFill>
                  <a:schemeClr val="tx1"/>
                </a:solidFill>
              </a:defRPr>
            </a:lvl1pPr>
            <a:lvl2pPr marL="0" indent="0">
              <a:spcBef>
                <a:spcPts val="0"/>
              </a:spcBef>
              <a:spcAft>
                <a:spcPts val="0"/>
              </a:spcAft>
              <a:buFont typeface="Barlow" panose="020B0604020202020204" pitchFamily="34" charset="0"/>
              <a:buNone/>
              <a:defRPr sz="1400" b="1" cap="none" baseline="0">
                <a:solidFill>
                  <a:schemeClr val="tx1"/>
                </a:solidFill>
              </a:defRPr>
            </a:lvl2pPr>
          </a:lstStyle>
          <a:p>
            <a:pPr lvl="0"/>
            <a:r>
              <a:rPr lang="en-GB" dirty="0"/>
              <a:t>First name</a:t>
            </a:r>
          </a:p>
          <a:p>
            <a:pPr lvl="1"/>
            <a:r>
              <a:rPr lang="en-GB" dirty="0"/>
              <a:t>Last name</a:t>
            </a:r>
          </a:p>
        </p:txBody>
      </p:sp>
      <p:sp>
        <p:nvSpPr>
          <p:cNvPr id="19" name="Picture Placeholder 5">
            <a:extLst>
              <a:ext uri="{FF2B5EF4-FFF2-40B4-BE49-F238E27FC236}">
                <a16:creationId xmlns:a16="http://schemas.microsoft.com/office/drawing/2014/main" id="{F63214CF-5EA4-B6FC-063D-D3496667EF2D}"/>
              </a:ext>
              <a:ext uri="{C183D7F6-B498-43B3-948B-1728B52AA6E4}">
                <adec:decorative xmlns:adec="http://schemas.microsoft.com/office/drawing/2017/decorative" val="1"/>
              </a:ext>
            </a:extLst>
          </p:cNvPr>
          <p:cNvSpPr>
            <a:spLocks noGrp="1"/>
          </p:cNvSpPr>
          <p:nvPr>
            <p:ph type="pic" sz="quarter" idx="42"/>
          </p:nvPr>
        </p:nvSpPr>
        <p:spPr>
          <a:xfrm>
            <a:off x="8193369" y="2333862"/>
            <a:ext cx="1573660" cy="1573200"/>
          </a:xfrm>
          <a:custGeom>
            <a:avLst/>
            <a:gdLst>
              <a:gd name="connsiteX0" fmla="*/ 0 w 1573660"/>
              <a:gd name="connsiteY0" fmla="*/ 0 h 1573200"/>
              <a:gd name="connsiteX1" fmla="*/ 1573660 w 1573660"/>
              <a:gd name="connsiteY1" fmla="*/ 0 h 1573200"/>
              <a:gd name="connsiteX2" fmla="*/ 1573660 w 1573660"/>
              <a:gd name="connsiteY2" fmla="*/ 1349792 h 1573200"/>
              <a:gd name="connsiteX3" fmla="*/ 1350252 w 1573660"/>
              <a:gd name="connsiteY3" fmla="*/ 1573200 h 1573200"/>
              <a:gd name="connsiteX4" fmla="*/ 0 w 1573660"/>
              <a:gd name="connsiteY4" fmla="*/ 1573200 h 157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660" h="1573200">
                <a:moveTo>
                  <a:pt x="0" y="0"/>
                </a:moveTo>
                <a:lnTo>
                  <a:pt x="1573660" y="0"/>
                </a:lnTo>
                <a:lnTo>
                  <a:pt x="1573660" y="1349792"/>
                </a:lnTo>
                <a:lnTo>
                  <a:pt x="1350252" y="1573200"/>
                </a:lnTo>
                <a:lnTo>
                  <a:pt x="0" y="1573200"/>
                </a:lnTo>
                <a:close/>
              </a:path>
            </a:pathLst>
          </a:custGeom>
          <a:pattFill prst="dkUpDiag">
            <a:fgClr>
              <a:schemeClr val="bg1">
                <a:lumMod val="85000"/>
              </a:schemeClr>
            </a:fgClr>
            <a:bgClr>
              <a:schemeClr val="bg1"/>
            </a:bgClr>
          </a:pattFill>
        </p:spPr>
        <p:txBody>
          <a:bodyPr vert="horz" wrap="square" lIns="0" tIns="0" rIns="0" bIns="0" rtlCol="0" anchor="b">
            <a:noAutofit/>
          </a:bodyPr>
          <a:lstStyle>
            <a:lvl1pPr>
              <a:defRPr lang="en-GB" dirty="0"/>
            </a:lvl1pPr>
          </a:lstStyle>
          <a:p>
            <a:pPr lvl="0" algn="ctr"/>
            <a:r>
              <a:rPr lang="en-US"/>
              <a:t>Click icon to add picture</a:t>
            </a:r>
            <a:endParaRPr lang="en-GB" dirty="0"/>
          </a:p>
        </p:txBody>
      </p:sp>
      <p:sp>
        <p:nvSpPr>
          <p:cNvPr id="31" name="Placeholder 5">
            <a:extLst>
              <a:ext uri="{FF2B5EF4-FFF2-40B4-BE49-F238E27FC236}">
                <a16:creationId xmlns:a16="http://schemas.microsoft.com/office/drawing/2014/main" id="{3539E75B-AA24-4E49-B21A-8AAB8E62C410}"/>
              </a:ext>
            </a:extLst>
          </p:cNvPr>
          <p:cNvSpPr>
            <a:spLocks noGrp="1"/>
          </p:cNvSpPr>
          <p:nvPr>
            <p:ph type="body" sz="quarter" idx="35" hasCustomPrompt="1"/>
          </p:nvPr>
        </p:nvSpPr>
        <p:spPr>
          <a:xfrm>
            <a:off x="8190829" y="4058000"/>
            <a:ext cx="1573660" cy="1903877"/>
          </a:xfrm>
          <a:prstGeom prst="rect">
            <a:avLst/>
          </a:prstGeom>
        </p:spPr>
        <p:txBody>
          <a:bodyPr wrap="square" anchor="t">
            <a:noAutofit/>
          </a:bodyPr>
          <a:lstStyle>
            <a:lvl1pPr>
              <a:spcBef>
                <a:spcPts val="0"/>
              </a:spcBef>
              <a:spcAft>
                <a:spcPts val="0"/>
              </a:spcAft>
              <a:defRPr>
                <a:solidFill>
                  <a:schemeClr val="tx1"/>
                </a:solidFill>
              </a:defRPr>
            </a:lvl1pPr>
            <a:lvl2pPr marL="0" indent="0">
              <a:spcBef>
                <a:spcPts val="0"/>
              </a:spcBef>
              <a:spcAft>
                <a:spcPts val="0"/>
              </a:spcAft>
              <a:buFont typeface="Barlow" panose="020B0604020202020204" pitchFamily="34" charset="0"/>
              <a:buNone/>
              <a:defRPr>
                <a:solidFill>
                  <a:schemeClr val="bg1"/>
                </a:solidFill>
              </a:defRPr>
            </a:lvl2pPr>
          </a:lstStyle>
          <a:p>
            <a:pPr lvl="0"/>
            <a:r>
              <a:rPr lang="en-GB" dirty="0"/>
              <a:t>Title and brief role description here</a:t>
            </a:r>
          </a:p>
        </p:txBody>
      </p:sp>
      <p:sp>
        <p:nvSpPr>
          <p:cNvPr id="33" name="Name 6">
            <a:extLst>
              <a:ext uri="{FF2B5EF4-FFF2-40B4-BE49-F238E27FC236}">
                <a16:creationId xmlns:a16="http://schemas.microsoft.com/office/drawing/2014/main" id="{3F21806D-0731-464D-A660-3F50C5CAF670}"/>
              </a:ext>
            </a:extLst>
          </p:cNvPr>
          <p:cNvSpPr>
            <a:spLocks noGrp="1"/>
          </p:cNvSpPr>
          <p:nvPr>
            <p:ph type="body" sz="quarter" idx="37" hasCustomPrompt="1"/>
          </p:nvPr>
        </p:nvSpPr>
        <p:spPr>
          <a:xfrm>
            <a:off x="10123957" y="1735212"/>
            <a:ext cx="1573660" cy="458202"/>
          </a:xfrm>
          <a:prstGeom prst="rect">
            <a:avLst/>
          </a:prstGeom>
        </p:spPr>
        <p:txBody>
          <a:bodyPr wrap="square" anchor="t">
            <a:spAutoFit/>
          </a:bodyPr>
          <a:lstStyle>
            <a:lvl1pPr>
              <a:spcBef>
                <a:spcPts val="0"/>
              </a:spcBef>
              <a:spcAft>
                <a:spcPts val="0"/>
              </a:spcAft>
              <a:defRPr sz="1400" b="1" cap="none" baseline="0">
                <a:solidFill>
                  <a:schemeClr val="tx1"/>
                </a:solidFill>
              </a:defRPr>
            </a:lvl1pPr>
            <a:lvl2pPr marL="0" indent="0">
              <a:spcBef>
                <a:spcPts val="0"/>
              </a:spcBef>
              <a:spcAft>
                <a:spcPts val="0"/>
              </a:spcAft>
              <a:buFont typeface="Barlow" panose="020B0604020202020204" pitchFamily="34" charset="0"/>
              <a:buNone/>
              <a:defRPr sz="1400" b="1" cap="none" baseline="0">
                <a:solidFill>
                  <a:schemeClr val="tx1"/>
                </a:solidFill>
              </a:defRPr>
            </a:lvl2pPr>
          </a:lstStyle>
          <a:p>
            <a:pPr lvl="0"/>
            <a:r>
              <a:rPr lang="en-GB" dirty="0"/>
              <a:t>First name</a:t>
            </a:r>
          </a:p>
          <a:p>
            <a:pPr lvl="1"/>
            <a:r>
              <a:rPr lang="en-GB" dirty="0"/>
              <a:t>Last name</a:t>
            </a:r>
          </a:p>
        </p:txBody>
      </p:sp>
      <p:sp>
        <p:nvSpPr>
          <p:cNvPr id="23" name="Picture Placeholder 6">
            <a:extLst>
              <a:ext uri="{FF2B5EF4-FFF2-40B4-BE49-F238E27FC236}">
                <a16:creationId xmlns:a16="http://schemas.microsoft.com/office/drawing/2014/main" id="{95C42D8A-99F6-7643-7FD4-13CD14652A53}"/>
              </a:ext>
              <a:ext uri="{C183D7F6-B498-43B3-948B-1728B52AA6E4}">
                <adec:decorative xmlns:adec="http://schemas.microsoft.com/office/drawing/2017/decorative" val="1"/>
              </a:ext>
            </a:extLst>
          </p:cNvPr>
          <p:cNvSpPr>
            <a:spLocks noGrp="1"/>
          </p:cNvSpPr>
          <p:nvPr>
            <p:ph type="pic" sz="quarter" idx="43"/>
          </p:nvPr>
        </p:nvSpPr>
        <p:spPr>
          <a:xfrm>
            <a:off x="10127809" y="2333862"/>
            <a:ext cx="1573660" cy="1573200"/>
          </a:xfrm>
          <a:custGeom>
            <a:avLst/>
            <a:gdLst>
              <a:gd name="connsiteX0" fmla="*/ 0 w 1573660"/>
              <a:gd name="connsiteY0" fmla="*/ 0 h 1573200"/>
              <a:gd name="connsiteX1" fmla="*/ 1573660 w 1573660"/>
              <a:gd name="connsiteY1" fmla="*/ 0 h 1573200"/>
              <a:gd name="connsiteX2" fmla="*/ 1573660 w 1573660"/>
              <a:gd name="connsiteY2" fmla="*/ 1349792 h 1573200"/>
              <a:gd name="connsiteX3" fmla="*/ 1350252 w 1573660"/>
              <a:gd name="connsiteY3" fmla="*/ 1573200 h 1573200"/>
              <a:gd name="connsiteX4" fmla="*/ 0 w 1573660"/>
              <a:gd name="connsiteY4" fmla="*/ 1573200 h 157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660" h="1573200">
                <a:moveTo>
                  <a:pt x="0" y="0"/>
                </a:moveTo>
                <a:lnTo>
                  <a:pt x="1573660" y="0"/>
                </a:lnTo>
                <a:lnTo>
                  <a:pt x="1573660" y="1349792"/>
                </a:lnTo>
                <a:lnTo>
                  <a:pt x="1350252" y="1573200"/>
                </a:lnTo>
                <a:lnTo>
                  <a:pt x="0" y="1573200"/>
                </a:lnTo>
                <a:close/>
              </a:path>
            </a:pathLst>
          </a:custGeom>
          <a:pattFill prst="dkUpDiag">
            <a:fgClr>
              <a:schemeClr val="bg1">
                <a:lumMod val="85000"/>
              </a:schemeClr>
            </a:fgClr>
            <a:bgClr>
              <a:schemeClr val="bg1"/>
            </a:bgClr>
          </a:pattFill>
        </p:spPr>
        <p:txBody>
          <a:bodyPr vert="horz" wrap="square" lIns="0" tIns="0" rIns="0" bIns="0" rtlCol="0" anchor="b">
            <a:noAutofit/>
          </a:bodyPr>
          <a:lstStyle>
            <a:lvl1pPr>
              <a:defRPr lang="en-GB" dirty="0"/>
            </a:lvl1pPr>
          </a:lstStyle>
          <a:p>
            <a:pPr lvl="0" algn="ctr"/>
            <a:r>
              <a:rPr lang="en-US"/>
              <a:t>Click icon to add picture</a:t>
            </a:r>
            <a:endParaRPr lang="en-GB" dirty="0"/>
          </a:p>
        </p:txBody>
      </p:sp>
      <p:sp>
        <p:nvSpPr>
          <p:cNvPr id="34" name="Placeholder 6">
            <a:extLst>
              <a:ext uri="{FF2B5EF4-FFF2-40B4-BE49-F238E27FC236}">
                <a16:creationId xmlns:a16="http://schemas.microsoft.com/office/drawing/2014/main" id="{E534BACD-3BA5-4149-ABE3-6C66E16EC23C}"/>
              </a:ext>
            </a:extLst>
          </p:cNvPr>
          <p:cNvSpPr>
            <a:spLocks noGrp="1"/>
          </p:cNvSpPr>
          <p:nvPr>
            <p:ph type="body" sz="quarter" idx="38" hasCustomPrompt="1"/>
          </p:nvPr>
        </p:nvSpPr>
        <p:spPr>
          <a:xfrm>
            <a:off x="10127809" y="4044485"/>
            <a:ext cx="1573660" cy="1903877"/>
          </a:xfrm>
          <a:prstGeom prst="rect">
            <a:avLst/>
          </a:prstGeom>
        </p:spPr>
        <p:txBody>
          <a:bodyPr wrap="square" anchor="t">
            <a:noAutofit/>
          </a:bodyPr>
          <a:lstStyle>
            <a:lvl1pPr>
              <a:spcBef>
                <a:spcPts val="0"/>
              </a:spcBef>
              <a:spcAft>
                <a:spcPts val="0"/>
              </a:spcAft>
              <a:defRPr>
                <a:solidFill>
                  <a:schemeClr val="tx1"/>
                </a:solidFill>
              </a:defRPr>
            </a:lvl1pPr>
            <a:lvl2pPr marL="0" indent="0">
              <a:spcBef>
                <a:spcPts val="0"/>
              </a:spcBef>
              <a:spcAft>
                <a:spcPts val="0"/>
              </a:spcAft>
              <a:buFont typeface="Barlow" panose="020B0604020202020204" pitchFamily="34" charset="0"/>
              <a:buNone/>
              <a:defRPr>
                <a:solidFill>
                  <a:schemeClr val="bg1"/>
                </a:solidFill>
              </a:defRPr>
            </a:lvl2pPr>
          </a:lstStyle>
          <a:p>
            <a:pPr lvl="0"/>
            <a:r>
              <a:rPr lang="en-GB" dirty="0"/>
              <a:t>Title and brief role description here</a:t>
            </a:r>
          </a:p>
        </p:txBody>
      </p:sp>
    </p:spTree>
    <p:extLst>
      <p:ext uri="{BB962C8B-B14F-4D97-AF65-F5344CB8AC3E}">
        <p14:creationId xmlns:p14="http://schemas.microsoft.com/office/powerpoint/2010/main" val="304287785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Statement slide">
    <p:bg>
      <p:bgPr>
        <a:solidFill>
          <a:schemeClr val="tx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024DFEA-2014-1751-E480-8A66CDCDA552}"/>
              </a:ext>
            </a:extLst>
          </p:cNvPr>
          <p:cNvSpPr>
            <a:spLocks noGrp="1"/>
          </p:cNvSpPr>
          <p:nvPr>
            <p:ph type="title" hasCustomPrompt="1"/>
          </p:nvPr>
        </p:nvSpPr>
        <p:spPr>
          <a:xfrm>
            <a:off x="431999" y="1898850"/>
            <a:ext cx="7010201" cy="715669"/>
          </a:xfrm>
        </p:spPr>
        <p:txBody>
          <a:bodyPr/>
          <a:lstStyle>
            <a:lvl1pPr>
              <a:lnSpc>
                <a:spcPct val="100000"/>
              </a:lnSpc>
              <a:defRPr sz="3200" b="1" cap="none" baseline="0">
                <a:solidFill>
                  <a:schemeClr val="tx1"/>
                </a:solidFill>
                <a:latin typeface="+mn-lt"/>
              </a:defRPr>
            </a:lvl1pPr>
          </a:lstStyle>
          <a:p>
            <a:r>
              <a:rPr lang="en-US" dirty="0"/>
              <a:t>Quote or statement here – </a:t>
            </a:r>
            <a:br>
              <a:rPr lang="en-US" dirty="0"/>
            </a:br>
            <a:r>
              <a:rPr lang="en-US" dirty="0"/>
              <a:t>only black text is fully accessible on teal, green or orange</a:t>
            </a:r>
            <a:endParaRPr lang="en-GB" dirty="0"/>
          </a:p>
        </p:txBody>
      </p:sp>
      <p:sp>
        <p:nvSpPr>
          <p:cNvPr id="4" name="Triangle">
            <a:extLst>
              <a:ext uri="{FF2B5EF4-FFF2-40B4-BE49-F238E27FC236}">
                <a16:creationId xmlns:a16="http://schemas.microsoft.com/office/drawing/2014/main" id="{AE7DDF0E-41B4-9738-7FF8-6113726879FE}"/>
              </a:ext>
              <a:ext uri="{C183D7F6-B498-43B3-948B-1728B52AA6E4}">
                <adec:decorative xmlns:adec="http://schemas.microsoft.com/office/drawing/2017/decorative" val="1"/>
              </a:ext>
            </a:extLst>
          </p:cNvPr>
          <p:cNvSpPr/>
          <p:nvPr userDrawn="1"/>
        </p:nvSpPr>
        <p:spPr>
          <a:xfrm rot="16200000">
            <a:off x="9281601" y="3947601"/>
            <a:ext cx="2910399" cy="291039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2000"/>
              </a:lnSpc>
              <a:spcBef>
                <a:spcPts val="400"/>
              </a:spcBef>
              <a:spcAft>
                <a:spcPts val="400"/>
              </a:spcAft>
            </a:pPr>
            <a:endParaRPr lang="en-GB" sz="1200" dirty="0">
              <a:solidFill>
                <a:schemeClr val="tx1"/>
              </a:solidFill>
            </a:endParaRPr>
          </a:p>
        </p:txBody>
      </p:sp>
      <p:sp>
        <p:nvSpPr>
          <p:cNvPr id="12" name="Classification">
            <a:extLst>
              <a:ext uri="{FF2B5EF4-FFF2-40B4-BE49-F238E27FC236}">
                <a16:creationId xmlns:a16="http://schemas.microsoft.com/office/drawing/2014/main" id="{1C5B0F71-0889-8AA3-1424-358FEF2E8AF4}"/>
              </a:ext>
              <a:ext uri="{C183D7F6-B498-43B3-948B-1728B52AA6E4}">
                <adec:decorative xmlns:adec="http://schemas.microsoft.com/office/drawing/2017/decorative" val="1"/>
              </a:ext>
            </a:extLst>
          </p:cNvPr>
          <p:cNvSpPr txBox="1">
            <a:spLocks/>
          </p:cNvSpPr>
          <p:nvPr userDrawn="1"/>
        </p:nvSpPr>
        <p:spPr>
          <a:xfrm>
            <a:off x="440938" y="6488640"/>
            <a:ext cx="4672238" cy="12311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bg1"/>
                </a:solidFill>
              </a:rPr>
              <a:t>© Ipsos | Service Charter | May 2024 | Version 1  | Internal Use Only | </a:t>
            </a:r>
          </a:p>
        </p:txBody>
      </p:sp>
      <p:sp>
        <p:nvSpPr>
          <p:cNvPr id="11" name="Slide Number">
            <a:extLst>
              <a:ext uri="{FF2B5EF4-FFF2-40B4-BE49-F238E27FC236}">
                <a16:creationId xmlns:a16="http://schemas.microsoft.com/office/drawing/2014/main" id="{BE4B9BBA-B9E4-5FF2-9CD0-5259512082F0}"/>
              </a:ext>
              <a:ext uri="{C183D7F6-B498-43B3-948B-1728B52AA6E4}">
                <adec:decorative xmlns:adec="http://schemas.microsoft.com/office/drawing/2017/decorative" val="1"/>
              </a:ext>
            </a:extLst>
          </p:cNvPr>
          <p:cNvSpPr txBox="1"/>
          <p:nvPr userDrawn="1"/>
        </p:nvSpPr>
        <p:spPr>
          <a:xfrm>
            <a:off x="5849681" y="6479951"/>
            <a:ext cx="492637" cy="140488"/>
          </a:xfrm>
          <a:prstGeom prst="rect">
            <a:avLst/>
          </a:prstGeom>
          <a:noFill/>
        </p:spPr>
        <p:txBody>
          <a:bodyPr wrap="square" lIns="0" tIns="0" rIns="0" bIns="0" rtlCol="0">
            <a:spAutoFit/>
          </a:bodyPr>
          <a:lstStyle/>
          <a:p>
            <a:pPr algn="ctr" rtl="0">
              <a:lnSpc>
                <a:spcPct val="110000"/>
              </a:lnSpc>
              <a:spcBef>
                <a:spcPts val="400"/>
              </a:spcBef>
              <a:spcAft>
                <a:spcPts val="400"/>
              </a:spcAft>
            </a:pPr>
            <a:fld id="{42C674B8-9BBC-4FFF-A23E-570BB0655C41}" type="slidenum">
              <a:rPr lang="en-GB" sz="900" smtClean="0">
                <a:solidFill>
                  <a:schemeClr val="bg1"/>
                </a:solidFill>
              </a:rPr>
              <a:pPr algn="ctr" rtl="0">
                <a:lnSpc>
                  <a:spcPct val="110000"/>
                </a:lnSpc>
                <a:spcBef>
                  <a:spcPts val="400"/>
                </a:spcBef>
                <a:spcAft>
                  <a:spcPts val="400"/>
                </a:spcAft>
              </a:pPr>
              <a:t>‹#›</a:t>
            </a:fld>
            <a:endParaRPr lang="en-GB" sz="900" dirty="0">
              <a:solidFill>
                <a:schemeClr val="bg1"/>
              </a:solidFill>
            </a:endParaRPr>
          </a:p>
        </p:txBody>
      </p:sp>
      <p:pic>
        <p:nvPicPr>
          <p:cNvPr id="5" name="Ipsos Logo">
            <a:extLst>
              <a:ext uri="{FF2B5EF4-FFF2-40B4-BE49-F238E27FC236}">
                <a16:creationId xmlns:a16="http://schemas.microsoft.com/office/drawing/2014/main" id="{C8313A58-2212-9452-4CBE-3D4E7E92AA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25688296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7" name="Title" descr="Header">
            <a:extLst>
              <a:ext uri="{FF2B5EF4-FFF2-40B4-BE49-F238E27FC236}">
                <a16:creationId xmlns:a16="http://schemas.microsoft.com/office/drawing/2014/main" id="{B80FCDC1-4ADD-40AF-8A4F-44573B1258DA}"/>
              </a:ext>
            </a:extLst>
          </p:cNvPr>
          <p:cNvSpPr>
            <a:spLocks noGrp="1"/>
          </p:cNvSpPr>
          <p:nvPr>
            <p:ph type="title"/>
          </p:nvPr>
        </p:nvSpPr>
        <p:spPr/>
        <p:txBody>
          <a:bodyPr/>
          <a:lstStyle/>
          <a:p>
            <a:r>
              <a:rPr lang="en-US"/>
              <a:t>Click to edit Master title style</a:t>
            </a:r>
            <a:endParaRPr lang="en-GB"/>
          </a:p>
        </p:txBody>
      </p:sp>
      <p:sp>
        <p:nvSpPr>
          <p:cNvPr id="3" name="Placeholder 1">
            <a:extLst>
              <a:ext uri="{FF2B5EF4-FFF2-40B4-BE49-F238E27FC236}">
                <a16:creationId xmlns:a16="http://schemas.microsoft.com/office/drawing/2014/main" id="{1703231E-4063-4D72-A4F3-5BF19050C303}"/>
              </a:ext>
            </a:extLst>
          </p:cNvPr>
          <p:cNvSpPr>
            <a:spLocks noGrp="1"/>
          </p:cNvSpPr>
          <p:nvPr>
            <p:ph idx="1" hasCustomPrompt="1"/>
          </p:nvPr>
        </p:nvSpPr>
        <p:spPr>
          <a:xfrm>
            <a:off x="450000" y="1808163"/>
            <a:ext cx="5456880" cy="3861312"/>
          </a:xfrm>
          <a:prstGeom prst="rect">
            <a:avLst/>
          </a:prstGeom>
        </p:spPr>
        <p:txBody>
          <a:bodyPr>
            <a:noAutofit/>
          </a:bodyPr>
          <a:lstStyle>
            <a:lvl1pPr>
              <a:spcBef>
                <a:spcPts val="400"/>
              </a:spcBef>
              <a:defRPr sz="1400">
                <a:solidFill>
                  <a:schemeClr val="tx1"/>
                </a:solidFill>
              </a:defRPr>
            </a:lvl1pPr>
            <a:lvl2pPr marL="180975" indent="-180975">
              <a:spcBef>
                <a:spcPts val="400"/>
              </a:spcBef>
              <a:buSzPct val="110000"/>
              <a:buFont typeface="Arial" panose="020B0604020202020204" pitchFamily="34" charset="0"/>
              <a:buChar char="•"/>
              <a:defRPr sz="1400">
                <a:solidFill>
                  <a:schemeClr val="tx1"/>
                </a:solidFill>
              </a:defRPr>
            </a:lvl2pPr>
            <a:lvl3pPr>
              <a:spcBef>
                <a:spcPts val="400"/>
              </a:spcBef>
              <a:defRPr sz="14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lvl="1"/>
            <a:r>
              <a:rPr lang="en-GB" dirty="0"/>
              <a:t>Text level 1</a:t>
            </a:r>
          </a:p>
          <a:p>
            <a:pPr lvl="2"/>
            <a:r>
              <a:rPr lang="en-GB" dirty="0"/>
              <a:t>Text level 2</a:t>
            </a:r>
          </a:p>
        </p:txBody>
      </p:sp>
      <p:sp>
        <p:nvSpPr>
          <p:cNvPr id="10" name="Placeholder 2">
            <a:extLst>
              <a:ext uri="{FF2B5EF4-FFF2-40B4-BE49-F238E27FC236}">
                <a16:creationId xmlns:a16="http://schemas.microsoft.com/office/drawing/2014/main" id="{58EBDB8A-A132-411F-B6B9-59DC085B79E1}"/>
              </a:ext>
            </a:extLst>
          </p:cNvPr>
          <p:cNvSpPr>
            <a:spLocks noGrp="1"/>
          </p:cNvSpPr>
          <p:nvPr>
            <p:ph idx="15" hasCustomPrompt="1"/>
          </p:nvPr>
        </p:nvSpPr>
        <p:spPr>
          <a:xfrm>
            <a:off x="6273992" y="1808163"/>
            <a:ext cx="5456880" cy="3861312"/>
          </a:xfrm>
          <a:prstGeom prst="rect">
            <a:avLst/>
          </a:prstGeom>
        </p:spPr>
        <p:txBody>
          <a:bodyPr>
            <a:noAutofit/>
          </a:bodyPr>
          <a:lstStyle>
            <a:lvl1pPr>
              <a:spcBef>
                <a:spcPts val="400"/>
              </a:spcBef>
              <a:defRPr sz="1400">
                <a:solidFill>
                  <a:schemeClr val="tx1"/>
                </a:solidFill>
              </a:defRPr>
            </a:lvl1pPr>
            <a:lvl2pPr marL="180975" indent="-180975">
              <a:spcBef>
                <a:spcPts val="400"/>
              </a:spcBef>
              <a:defRPr lang="en-GB" sz="1400" kern="1200" dirty="0">
                <a:solidFill>
                  <a:schemeClr val="tx1"/>
                </a:solidFill>
                <a:latin typeface="+mn-lt"/>
                <a:ea typeface="+mn-ea"/>
                <a:cs typeface="+mn-cs"/>
              </a:defRPr>
            </a:lvl2pPr>
            <a:lvl3pPr>
              <a:spcBef>
                <a:spcPts val="400"/>
              </a:spcBef>
              <a:defRPr sz="14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Tree>
    <p:extLst>
      <p:ext uri="{BB962C8B-B14F-4D97-AF65-F5344CB8AC3E}">
        <p14:creationId xmlns:p14="http://schemas.microsoft.com/office/powerpoint/2010/main" val="3063252715"/>
      </p:ext>
    </p:extLst>
  </p:cSld>
  <p:clrMapOvr>
    <a:masterClrMapping/>
  </p:clrMapOvr>
  <p:extLst>
    <p:ext uri="{DCECCB84-F9BA-43D5-87BE-67443E8EF086}">
      <p15:sldGuideLst xmlns:p15="http://schemas.microsoft.com/office/powerpoint/2012/main">
        <p15:guide id="1" orient="horz" pos="4320">
          <p15:clr>
            <a:srgbClr val="F26B43"/>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Quote style 1">
    <p:bg>
      <p:bgPr>
        <a:gradFill>
          <a:gsLst>
            <a:gs pos="24000">
              <a:schemeClr val="accent1">
                <a:lumMod val="35000"/>
              </a:schemeClr>
            </a:gs>
            <a:gs pos="100000">
              <a:schemeClr val="accent1"/>
            </a:gs>
          </a:gsLst>
          <a:lin ang="13500000" scaled="0"/>
        </a:gradFill>
        <a:effectLst/>
      </p:bgPr>
    </p:bg>
    <p:spTree>
      <p:nvGrpSpPr>
        <p:cNvPr id="1" name=""/>
        <p:cNvGrpSpPr/>
        <p:nvPr/>
      </p:nvGrpSpPr>
      <p:grpSpPr>
        <a:xfrm>
          <a:off x="0" y="0"/>
          <a:ext cx="0" cy="0"/>
          <a:chOff x="0" y="0"/>
          <a:chExt cx="0" cy="0"/>
        </a:xfrm>
      </p:grpSpPr>
      <p:sp>
        <p:nvSpPr>
          <p:cNvPr id="21" name="Quote">
            <a:extLst>
              <a:ext uri="{FF2B5EF4-FFF2-40B4-BE49-F238E27FC236}">
                <a16:creationId xmlns:a16="http://schemas.microsoft.com/office/drawing/2014/main" id="{04EB49EF-74A2-4A31-99CF-80E2BAF35EC6}"/>
              </a:ext>
            </a:extLst>
          </p:cNvPr>
          <p:cNvSpPr>
            <a:spLocks noGrp="1"/>
          </p:cNvSpPr>
          <p:nvPr>
            <p:ph type="body" sz="quarter" idx="15" hasCustomPrompt="1"/>
          </p:nvPr>
        </p:nvSpPr>
        <p:spPr>
          <a:xfrm>
            <a:off x="3008550" y="2313873"/>
            <a:ext cx="7524198" cy="2636591"/>
          </a:xfrm>
          <a:prstGeom prst="rect">
            <a:avLst/>
          </a:prstGeom>
        </p:spPr>
        <p:txBody>
          <a:bodyPr anchor="t">
            <a:normAutofit/>
          </a:bodyPr>
          <a:lstStyle>
            <a:lvl1pPr marL="0" indent="0">
              <a:buNone/>
              <a:defRPr sz="3200">
                <a:solidFill>
                  <a:schemeClr val="bg1"/>
                </a:solidFill>
              </a:defRPr>
            </a:lvl1pPr>
          </a:lstStyle>
          <a:p>
            <a:pPr lvl="0"/>
            <a:r>
              <a:rPr lang="en-GB" dirty="0"/>
              <a:t>Insert your quote here</a:t>
            </a:r>
          </a:p>
        </p:txBody>
      </p:sp>
      <p:sp>
        <p:nvSpPr>
          <p:cNvPr id="5" name="Triangle">
            <a:extLst>
              <a:ext uri="{FF2B5EF4-FFF2-40B4-BE49-F238E27FC236}">
                <a16:creationId xmlns:a16="http://schemas.microsoft.com/office/drawing/2014/main" id="{92369341-2A1C-B6BE-3FEC-A2BEC04F6AA8}"/>
              </a:ext>
              <a:ext uri="{C183D7F6-B498-43B3-948B-1728B52AA6E4}">
                <adec:decorative xmlns:adec="http://schemas.microsoft.com/office/drawing/2017/decorative" val="1"/>
              </a:ext>
            </a:extLst>
          </p:cNvPr>
          <p:cNvSpPr/>
          <p:nvPr userDrawn="1"/>
        </p:nvSpPr>
        <p:spPr bwMode="auto">
          <a:xfrm rot="5400000">
            <a:off x="0" y="0"/>
            <a:ext cx="3124200" cy="3124200"/>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2000"/>
              </a:lnSpc>
              <a:spcBef>
                <a:spcPts val="400"/>
              </a:spcBef>
              <a:spcAft>
                <a:spcPts val="400"/>
              </a:spcAft>
            </a:pPr>
            <a:endParaRPr lang="en-GB" sz="1200" dirty="0">
              <a:solidFill>
                <a:schemeClr val="tx1"/>
              </a:solidFill>
            </a:endParaRPr>
          </a:p>
        </p:txBody>
      </p:sp>
      <p:sp>
        <p:nvSpPr>
          <p:cNvPr id="9" name="Classification">
            <a:extLst>
              <a:ext uri="{FF2B5EF4-FFF2-40B4-BE49-F238E27FC236}">
                <a16:creationId xmlns:a16="http://schemas.microsoft.com/office/drawing/2014/main" id="{87AAF9A5-97ED-3121-02DE-E041C61DC066}"/>
              </a:ext>
              <a:ext uri="{C183D7F6-B498-43B3-948B-1728B52AA6E4}">
                <adec:decorative xmlns:adec="http://schemas.microsoft.com/office/drawing/2017/decorative" val="1"/>
              </a:ext>
            </a:extLst>
          </p:cNvPr>
          <p:cNvSpPr txBox="1">
            <a:spLocks/>
          </p:cNvSpPr>
          <p:nvPr userDrawn="1"/>
        </p:nvSpPr>
        <p:spPr>
          <a:xfrm>
            <a:off x="440938" y="6488640"/>
            <a:ext cx="4672238" cy="12311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bg1"/>
                </a:solidFill>
              </a:rPr>
              <a:t>© Ipsos | Caribbean Multichoice | December 2024 | Quality Report  | Version 1 | </a:t>
            </a:r>
          </a:p>
        </p:txBody>
      </p:sp>
      <p:sp>
        <p:nvSpPr>
          <p:cNvPr id="8" name="Slide Number">
            <a:extLst>
              <a:ext uri="{FF2B5EF4-FFF2-40B4-BE49-F238E27FC236}">
                <a16:creationId xmlns:a16="http://schemas.microsoft.com/office/drawing/2014/main" id="{D37E2842-3D57-CC10-EC4F-9181EFE34C2A}"/>
              </a:ext>
              <a:ext uri="{C183D7F6-B498-43B3-948B-1728B52AA6E4}">
                <adec:decorative xmlns:adec="http://schemas.microsoft.com/office/drawing/2017/decorative" val="1"/>
              </a:ext>
            </a:extLst>
          </p:cNvPr>
          <p:cNvSpPr txBox="1"/>
          <p:nvPr userDrawn="1"/>
        </p:nvSpPr>
        <p:spPr>
          <a:xfrm>
            <a:off x="5849681" y="6479951"/>
            <a:ext cx="492637" cy="140488"/>
          </a:xfrm>
          <a:prstGeom prst="rect">
            <a:avLst/>
          </a:prstGeom>
          <a:noFill/>
        </p:spPr>
        <p:txBody>
          <a:bodyPr wrap="square" lIns="0" tIns="0" rIns="0" bIns="0" rtlCol="0">
            <a:spAutoFit/>
          </a:bodyPr>
          <a:lstStyle/>
          <a:p>
            <a:pPr algn="ctr" rtl="0">
              <a:lnSpc>
                <a:spcPct val="110000"/>
              </a:lnSpc>
              <a:spcBef>
                <a:spcPts val="400"/>
              </a:spcBef>
              <a:spcAft>
                <a:spcPts val="400"/>
              </a:spcAft>
            </a:pPr>
            <a:fld id="{42C674B8-9BBC-4FFF-A23E-570BB0655C41}" type="slidenum">
              <a:rPr lang="en-GB" sz="900" smtClean="0">
                <a:solidFill>
                  <a:schemeClr val="bg1"/>
                </a:solidFill>
              </a:rPr>
              <a:pPr algn="ctr" rtl="0">
                <a:lnSpc>
                  <a:spcPct val="110000"/>
                </a:lnSpc>
                <a:spcBef>
                  <a:spcPts val="400"/>
                </a:spcBef>
                <a:spcAft>
                  <a:spcPts val="400"/>
                </a:spcAft>
              </a:pPr>
              <a:t>‹#›</a:t>
            </a:fld>
            <a:endParaRPr lang="en-GB" sz="900" dirty="0">
              <a:solidFill>
                <a:schemeClr val="bg1"/>
              </a:solidFill>
            </a:endParaRPr>
          </a:p>
        </p:txBody>
      </p:sp>
      <p:pic>
        <p:nvPicPr>
          <p:cNvPr id="3" name="Ipsos Logo">
            <a:extLst>
              <a:ext uri="{FF2B5EF4-FFF2-40B4-BE49-F238E27FC236}">
                <a16:creationId xmlns:a16="http://schemas.microsoft.com/office/drawing/2014/main" id="{2B071C74-0F19-EA2F-036E-1B05F328FC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4137760289"/>
      </p:ext>
    </p:extLst>
  </p:cSld>
  <p:clrMapOvr>
    <a:masterClrMapping/>
  </p:clrMapOvr>
  <p:extLst>
    <p:ext uri="{DCECCB84-F9BA-43D5-87BE-67443E8EF086}">
      <p15:sldGuideLst xmlns:p15="http://schemas.microsoft.com/office/powerpoint/2012/main">
        <p15:guide id="4" orient="horz" pos="600">
          <p15:clr>
            <a:srgbClr val="F26B43"/>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Quote style 3">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838E746-8C0D-4144-AC8E-FA9CF117C223}"/>
              </a:ext>
            </a:extLst>
          </p:cNvPr>
          <p:cNvSpPr>
            <a:spLocks noGrp="1"/>
          </p:cNvSpPr>
          <p:nvPr>
            <p:ph type="title" hasCustomPrompt="1"/>
          </p:nvPr>
        </p:nvSpPr>
        <p:spPr bwMode="white">
          <a:xfrm>
            <a:off x="450000" y="811950"/>
            <a:ext cx="5407103" cy="3742438"/>
          </a:xfrm>
        </p:spPr>
        <p:txBody>
          <a:bodyPr anchor="t"/>
          <a:lstStyle>
            <a:lvl1pPr>
              <a:defRPr sz="3600" cap="none" spc="0" baseline="0">
                <a:solidFill>
                  <a:schemeClr val="bg1"/>
                </a:solidFill>
                <a:latin typeface="+mn-lt"/>
              </a:defRPr>
            </a:lvl1pPr>
          </a:lstStyle>
          <a:p>
            <a:r>
              <a:rPr lang="en-GB" dirty="0"/>
              <a:t>Summary text background image (text can be recoloured depending on image colour)</a:t>
            </a:r>
            <a:endParaRPr lang="fr-FR" dirty="0"/>
          </a:p>
        </p:txBody>
      </p:sp>
      <p:sp>
        <p:nvSpPr>
          <p:cNvPr id="4" name="Picture Placeholder">
            <a:extLst>
              <a:ext uri="{FF2B5EF4-FFF2-40B4-BE49-F238E27FC236}">
                <a16:creationId xmlns:a16="http://schemas.microsoft.com/office/drawing/2014/main" id="{A8B69072-8F91-57EB-1C5E-B1807F844055}"/>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3733800 h 6858000"/>
              <a:gd name="connsiteX3" fmla="*/ 90678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3733800"/>
                </a:lnTo>
                <a:lnTo>
                  <a:pt x="9067800" y="6858000"/>
                </a:lnTo>
                <a:lnTo>
                  <a:pt x="0" y="6858000"/>
                </a:lnTo>
                <a:close/>
              </a:path>
            </a:pathLst>
          </a:custGeom>
          <a:pattFill prst="dkUpDiag">
            <a:fgClr>
              <a:schemeClr val="bg1">
                <a:lumMod val="85000"/>
              </a:schemeClr>
            </a:fgClr>
            <a:bgClr>
              <a:schemeClr val="bg1"/>
            </a:bgClr>
          </a:pattFill>
        </p:spPr>
        <p:txBody>
          <a:bodyPr vert="horz" wrap="square" lIns="0" tIns="0" rIns="0" bIns="2520000" rtlCol="0" anchor="b">
            <a:noAutofit/>
          </a:bodyPr>
          <a:lstStyle>
            <a:lvl1pPr>
              <a:defRPr lang="en-GB" dirty="0"/>
            </a:lvl1pPr>
          </a:lstStyle>
          <a:p>
            <a:pPr lvl="0" algn="ctr"/>
            <a:r>
              <a:rPr lang="en-GB" dirty="0"/>
              <a:t>Click icon in centre to add image</a:t>
            </a:r>
            <a:br>
              <a:rPr lang="en-GB" dirty="0"/>
            </a:br>
            <a:r>
              <a:rPr lang="en-GB" dirty="0"/>
              <a:t>Send image to back so elements show on the page</a:t>
            </a:r>
          </a:p>
          <a:p>
            <a:pPr lvl="0" algn="ctr"/>
            <a:endParaRPr lang="en-GB" dirty="0"/>
          </a:p>
          <a:p>
            <a:pPr lvl="0" algn="ctr"/>
            <a:endParaRPr lang="en-GB" dirty="0"/>
          </a:p>
          <a:p>
            <a:pPr lvl="0" algn="ctr"/>
            <a:endParaRPr lang="en-GB" dirty="0"/>
          </a:p>
        </p:txBody>
      </p:sp>
      <p:pic>
        <p:nvPicPr>
          <p:cNvPr id="6" name="Ipsos Logo">
            <a:extLst>
              <a:ext uri="{FF2B5EF4-FFF2-40B4-BE49-F238E27FC236}">
                <a16:creationId xmlns:a16="http://schemas.microsoft.com/office/drawing/2014/main" id="{52B28BDF-4159-E6C3-47E8-C045FBADA50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1154474385"/>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Full bleed image layout">
    <p:spTree>
      <p:nvGrpSpPr>
        <p:cNvPr id="1" name=""/>
        <p:cNvGrpSpPr/>
        <p:nvPr/>
      </p:nvGrpSpPr>
      <p:grpSpPr>
        <a:xfrm>
          <a:off x="0" y="0"/>
          <a:ext cx="0" cy="0"/>
          <a:chOff x="0" y="0"/>
          <a:chExt cx="0" cy="0"/>
        </a:xfrm>
      </p:grpSpPr>
      <p:sp>
        <p:nvSpPr>
          <p:cNvPr id="3" name="Picture Placeholder">
            <a:extLst>
              <a:ext uri="{FF2B5EF4-FFF2-40B4-BE49-F238E27FC236}">
                <a16:creationId xmlns:a16="http://schemas.microsoft.com/office/drawing/2014/main" id="{A0EF3274-3DAF-E90F-9AC0-22CB0B64614D}"/>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prstGeom prst="rect">
            <a:avLst/>
          </a:prstGeom>
          <a:pattFill prst="wdUpDiag">
            <a:fgClr>
              <a:schemeClr val="bg1">
                <a:lumMod val="95000"/>
              </a:schemeClr>
            </a:fgClr>
            <a:bgClr>
              <a:schemeClr val="bg1"/>
            </a:bgClr>
          </a:pattFill>
        </p:spPr>
        <p:txBody>
          <a:bodyPr vert="horz" lIns="0" tIns="0" rIns="0" bIns="0" rtlCol="0" anchor="ctr">
            <a:noAutofit/>
          </a:bodyPr>
          <a:lstStyle>
            <a:lvl1pPr algn="ctr">
              <a:defRPr lang="en-GB"/>
            </a:lvl1pPr>
          </a:lstStyle>
          <a:p>
            <a:pPr lvl="0"/>
            <a:br>
              <a:rPr lang="en-US" dirty="0"/>
            </a:br>
            <a:br>
              <a:rPr lang="en-US" dirty="0"/>
            </a:br>
            <a:br>
              <a:rPr lang="en-US" dirty="0"/>
            </a:br>
            <a:br>
              <a:rPr lang="en-US" dirty="0"/>
            </a:br>
            <a:br>
              <a:rPr lang="en-US" dirty="0"/>
            </a:br>
            <a:r>
              <a:rPr lang="en-US" dirty="0"/>
              <a:t>Click icon to add picture</a:t>
            </a:r>
            <a:endParaRPr lang="en-GB" dirty="0"/>
          </a:p>
        </p:txBody>
      </p:sp>
    </p:spTree>
    <p:extLst>
      <p:ext uri="{BB962C8B-B14F-4D97-AF65-F5344CB8AC3E}">
        <p14:creationId xmlns:p14="http://schemas.microsoft.com/office/powerpoint/2010/main" val="2808620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ull bleed video layout">
    <p:spTree>
      <p:nvGrpSpPr>
        <p:cNvPr id="1" name=""/>
        <p:cNvGrpSpPr/>
        <p:nvPr/>
      </p:nvGrpSpPr>
      <p:grpSpPr>
        <a:xfrm>
          <a:off x="0" y="0"/>
          <a:ext cx="0" cy="0"/>
          <a:chOff x="0" y="0"/>
          <a:chExt cx="0" cy="0"/>
        </a:xfrm>
      </p:grpSpPr>
      <p:sp>
        <p:nvSpPr>
          <p:cNvPr id="4" name="Media Placeholder">
            <a:extLst>
              <a:ext uri="{FF2B5EF4-FFF2-40B4-BE49-F238E27FC236}">
                <a16:creationId xmlns:a16="http://schemas.microsoft.com/office/drawing/2014/main" id="{F33785E0-DBDC-A691-50F6-D30517E18DC3}"/>
              </a:ext>
              <a:ext uri="{C183D7F6-B498-43B3-948B-1728B52AA6E4}">
                <adec:decorative xmlns:adec="http://schemas.microsoft.com/office/drawing/2017/decorative" val="1"/>
              </a:ext>
            </a:extLst>
          </p:cNvPr>
          <p:cNvSpPr>
            <a:spLocks noGrp="1"/>
          </p:cNvSpPr>
          <p:nvPr>
            <p:ph type="media" sz="quarter" idx="10" hasCustomPrompt="1"/>
          </p:nvPr>
        </p:nvSpPr>
        <p:spPr>
          <a:xfrm>
            <a:off x="0" y="0"/>
            <a:ext cx="12192000" cy="6858000"/>
          </a:xfrm>
          <a:prstGeom prst="rect">
            <a:avLst/>
          </a:prstGeom>
          <a:pattFill prst="wdUpDiag">
            <a:fgClr>
              <a:schemeClr val="bg1">
                <a:lumMod val="95000"/>
              </a:schemeClr>
            </a:fgClr>
            <a:bgClr>
              <a:schemeClr val="bg1"/>
            </a:bgClr>
          </a:pattFill>
        </p:spPr>
        <p:txBody>
          <a:bodyPr vert="horz" lIns="0" tIns="0" rIns="0" bIns="0" rtlCol="0" anchor="ctr">
            <a:noAutofit/>
          </a:bodyPr>
          <a:lstStyle>
            <a:lvl1pPr>
              <a:defRPr lang="en-GB"/>
            </a:lvl1pPr>
          </a:lstStyle>
          <a:p>
            <a:pPr lvl="0" algn="ctr"/>
            <a:br>
              <a:rPr lang="en-GB" dirty="0"/>
            </a:br>
            <a:br>
              <a:rPr lang="en-GB" dirty="0"/>
            </a:br>
            <a:br>
              <a:rPr lang="en-GB" dirty="0"/>
            </a:br>
            <a:br>
              <a:rPr lang="en-GB" dirty="0"/>
            </a:br>
            <a:br>
              <a:rPr lang="en-GB" dirty="0"/>
            </a:br>
            <a:br>
              <a:rPr lang="en-GB" dirty="0"/>
            </a:br>
            <a:r>
              <a:rPr lang="en-GB" dirty="0"/>
              <a:t>Full bleed video layout</a:t>
            </a:r>
          </a:p>
        </p:txBody>
      </p:sp>
    </p:spTree>
    <p:extLst>
      <p:ext uri="{BB962C8B-B14F-4D97-AF65-F5344CB8AC3E}">
        <p14:creationId xmlns:p14="http://schemas.microsoft.com/office/powerpoint/2010/main" val="42454840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diagram">
    <p:spTree>
      <p:nvGrpSpPr>
        <p:cNvPr id="1" name=""/>
        <p:cNvGrpSpPr/>
        <p:nvPr/>
      </p:nvGrpSpPr>
      <p:grpSpPr>
        <a:xfrm>
          <a:off x="0" y="0"/>
          <a:ext cx="0" cy="0"/>
          <a:chOff x="0" y="0"/>
          <a:chExt cx="0" cy="0"/>
        </a:xfrm>
      </p:grpSpPr>
      <p:sp>
        <p:nvSpPr>
          <p:cNvPr id="5" name="Title" descr="Header">
            <a:extLst>
              <a:ext uri="{FF2B5EF4-FFF2-40B4-BE49-F238E27FC236}">
                <a16:creationId xmlns:a16="http://schemas.microsoft.com/office/drawing/2014/main" id="{4E7DB10B-B766-4A3C-BABF-17B2D91DB2CE}"/>
              </a:ext>
              <a:ext uri="{C183D7F6-B498-43B3-948B-1728B52AA6E4}">
                <adec:decorative xmlns:adec="http://schemas.microsoft.com/office/drawing/2017/decorative" val="0"/>
              </a:ext>
            </a:extLst>
          </p:cNvPr>
          <p:cNvSpPr>
            <a:spLocks noGrp="1"/>
          </p:cNvSpPr>
          <p:nvPr>
            <p:ph type="title"/>
          </p:nvPr>
        </p:nvSpPr>
        <p:spPr/>
        <p:txBody>
          <a:bodyPr/>
          <a:lstStyle/>
          <a:p>
            <a:r>
              <a:rPr lang="en-US"/>
              <a:t>Click to edit Master title style</a:t>
            </a:r>
            <a:endParaRPr lang="en-GB"/>
          </a:p>
        </p:txBody>
      </p:sp>
      <p:sp>
        <p:nvSpPr>
          <p:cNvPr id="3" name="Placeholder">
            <a:extLst>
              <a:ext uri="{FF2B5EF4-FFF2-40B4-BE49-F238E27FC236}">
                <a16:creationId xmlns:a16="http://schemas.microsoft.com/office/drawing/2014/main" id="{1703231E-4063-4D72-A4F3-5BF19050C303}"/>
              </a:ext>
              <a:ext uri="{C183D7F6-B498-43B3-948B-1728B52AA6E4}">
                <adec:decorative xmlns:adec="http://schemas.microsoft.com/office/drawing/2017/decorative" val="0"/>
              </a:ext>
            </a:extLst>
          </p:cNvPr>
          <p:cNvSpPr>
            <a:spLocks noGrp="1"/>
          </p:cNvSpPr>
          <p:nvPr>
            <p:ph idx="1" hasCustomPrompt="1"/>
          </p:nvPr>
        </p:nvSpPr>
        <p:spPr>
          <a:xfrm>
            <a:off x="450001" y="1792800"/>
            <a:ext cx="2591650" cy="3876675"/>
          </a:xfrm>
          <a:prstGeom prst="rect">
            <a:avLst/>
          </a:prstGeom>
        </p:spPr>
        <p:txBody>
          <a:bodyPr>
            <a:noAutofit/>
          </a:bodyPr>
          <a:lstStyle>
            <a:lvl1pPr>
              <a:spcBef>
                <a:spcPts val="400"/>
              </a:spcBef>
              <a:defRPr sz="1200">
                <a:solidFill>
                  <a:schemeClr val="tx1"/>
                </a:solidFill>
              </a:defRPr>
            </a:lvl1pPr>
            <a:lvl2pPr marL="180975" indent="-180975">
              <a:spcBef>
                <a:spcPts val="400"/>
              </a:spcBef>
              <a:buSzPct val="100000"/>
              <a:defRPr lang="en-GB" sz="1200" kern="1200" dirty="0">
                <a:solidFill>
                  <a:schemeClr val="tx1"/>
                </a:solidFill>
                <a:latin typeface="+mn-lt"/>
                <a:ea typeface="+mn-ea"/>
                <a:cs typeface="+mn-cs"/>
              </a:defRPr>
            </a:lvl2pPr>
            <a:lvl3pPr>
              <a:spcBef>
                <a:spcPts val="400"/>
              </a:spcBef>
              <a:defRPr sz="1200">
                <a:solidFill>
                  <a:schemeClr val="tx1"/>
                </a:solidFill>
              </a:defRPr>
            </a:lvl3pPr>
            <a:lvl4pPr>
              <a:defRPr>
                <a:solidFill>
                  <a:schemeClr val="bg2"/>
                </a:solidFill>
              </a:defRPr>
            </a:lvl4pPr>
            <a:lvl5pPr>
              <a:defRPr>
                <a:solidFill>
                  <a:schemeClr val="bg2"/>
                </a:solidFill>
              </a:defRPr>
            </a:lvl5pPr>
          </a:lstStyle>
          <a:p>
            <a:pPr lvl="0"/>
            <a:r>
              <a:rPr lang="en-GB" dirty="0"/>
              <a:t>Your text here</a:t>
            </a:r>
          </a:p>
          <a:p>
            <a:pPr marL="180975" lvl="1" indent="-180975" algn="l" defTabSz="914400" rtl="0" eaLnBrk="1" latinLnBrk="0" hangingPunct="1">
              <a:lnSpc>
                <a:spcPct val="115000"/>
              </a:lnSpc>
              <a:spcBef>
                <a:spcPts val="400"/>
              </a:spcBef>
              <a:spcAft>
                <a:spcPts val="400"/>
              </a:spcAft>
              <a:buSzPct val="110000"/>
              <a:buFont typeface="Arial" panose="020B0604020202020204" pitchFamily="34" charset="0"/>
              <a:buChar char="•"/>
            </a:pPr>
            <a:r>
              <a:rPr lang="en-GB" dirty="0"/>
              <a:t>Text level 1</a:t>
            </a:r>
          </a:p>
          <a:p>
            <a:pPr lvl="2"/>
            <a:r>
              <a:rPr lang="en-GB" dirty="0"/>
              <a:t>Text level 2</a:t>
            </a:r>
          </a:p>
        </p:txBody>
      </p:sp>
      <p:sp>
        <p:nvSpPr>
          <p:cNvPr id="8" name="Chart / Diagram">
            <a:extLst>
              <a:ext uri="{FF2B5EF4-FFF2-40B4-BE49-F238E27FC236}">
                <a16:creationId xmlns:a16="http://schemas.microsoft.com/office/drawing/2014/main" id="{08D894DB-FF91-4B8E-8C44-72A8DC9940DE}"/>
              </a:ext>
              <a:ext uri="{C183D7F6-B498-43B3-948B-1728B52AA6E4}">
                <adec:decorative xmlns:adec="http://schemas.microsoft.com/office/drawing/2017/decorative" val="0"/>
              </a:ext>
            </a:extLst>
          </p:cNvPr>
          <p:cNvSpPr>
            <a:spLocks noGrp="1"/>
          </p:cNvSpPr>
          <p:nvPr>
            <p:ph sz="quarter" idx="19" hasCustomPrompt="1"/>
          </p:nvPr>
        </p:nvSpPr>
        <p:spPr>
          <a:xfrm>
            <a:off x="3355975" y="1792800"/>
            <a:ext cx="8410071" cy="3877200"/>
          </a:xfrm>
          <a:prstGeom prst="rect">
            <a:avLst/>
          </a:prstGeom>
          <a:solidFill>
            <a:schemeClr val="bg1">
              <a:lumMod val="95000"/>
            </a:schemeClr>
          </a:solidFill>
        </p:spPr>
        <p:txBody>
          <a:bodyPr/>
          <a:lstStyle>
            <a:lvl1pPr>
              <a:defRPr sz="1400"/>
            </a:lvl1pPr>
            <a:lvl2pPr>
              <a:defRPr sz="1200"/>
            </a:lvl2pPr>
            <a:lvl3pPr>
              <a:defRPr sz="1200"/>
            </a:lvl3pPr>
            <a:lvl4pPr>
              <a:defRPr sz="1200"/>
            </a:lvl4pPr>
            <a:lvl5pPr>
              <a:defRPr sz="1200"/>
            </a:lvl5pPr>
          </a:lstStyle>
          <a:p>
            <a:pPr lvl="0"/>
            <a:r>
              <a:rPr lang="en-US" dirty="0"/>
              <a:t>Insert diagram or visual content here</a:t>
            </a:r>
          </a:p>
        </p:txBody>
      </p:sp>
      <p:sp>
        <p:nvSpPr>
          <p:cNvPr id="11" name="Base &amp; Source">
            <a:extLst>
              <a:ext uri="{FF2B5EF4-FFF2-40B4-BE49-F238E27FC236}">
                <a16:creationId xmlns:a16="http://schemas.microsoft.com/office/drawing/2014/main" id="{C52F8B06-1F56-44E1-9BCB-34E6B0549078}"/>
              </a:ext>
            </a:extLst>
          </p:cNvPr>
          <p:cNvSpPr>
            <a:spLocks noGrp="1"/>
          </p:cNvSpPr>
          <p:nvPr>
            <p:ph type="body" sz="quarter" idx="18" hasCustomPrompt="1"/>
          </p:nvPr>
        </p:nvSpPr>
        <p:spPr>
          <a:xfrm>
            <a:off x="452897" y="5823783"/>
            <a:ext cx="11277975" cy="124906"/>
          </a:xfrm>
          <a:prstGeom prst="rect">
            <a:avLst/>
          </a:prstGeom>
        </p:spPr>
        <p:txBody>
          <a:bodyPr wrap="square" lIns="0" anchor="b">
            <a:spAutoFit/>
          </a:bodyPr>
          <a:lstStyle>
            <a:lvl1pPr marL="0" indent="0" algn="r">
              <a:buNone/>
              <a:defRPr sz="800" b="0" i="1">
                <a:solidFill>
                  <a:schemeClr val="tx1">
                    <a:lumMod val="75000"/>
                    <a:lumOff val="25000"/>
                  </a:schemeClr>
                </a:solidFill>
              </a:defRPr>
            </a:lvl1pPr>
            <a:lvl2pPr marL="133350" indent="0">
              <a:buNone/>
              <a:defRPr/>
            </a:lvl2pPr>
            <a:lvl3pPr marL="542925" indent="0">
              <a:buNone/>
              <a:defRPr/>
            </a:lvl3pPr>
            <a:lvl4pPr marL="758825" indent="0">
              <a:buNone/>
              <a:defRPr/>
            </a:lvl4pPr>
            <a:lvl5pPr marL="1033463" indent="0">
              <a:buNone/>
              <a:defRPr/>
            </a:lvl5pPr>
          </a:lstStyle>
          <a:p>
            <a:pPr lvl="0"/>
            <a:r>
              <a:rPr lang="en-GB" dirty="0"/>
              <a:t>Base and source info (delete if not necessary)</a:t>
            </a:r>
          </a:p>
        </p:txBody>
      </p:sp>
    </p:spTree>
    <p:extLst>
      <p:ext uri="{BB962C8B-B14F-4D97-AF65-F5344CB8AC3E}">
        <p14:creationId xmlns:p14="http://schemas.microsoft.com/office/powerpoint/2010/main" val="425696469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THANK YOU SLIDE">
    <p:bg>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66D97C3-1B7F-5C9F-E63F-96F1A14B6253}"/>
              </a:ext>
            </a:extLst>
          </p:cNvPr>
          <p:cNvSpPr>
            <a:spLocks noGrp="1"/>
          </p:cNvSpPr>
          <p:nvPr>
            <p:ph type="title" hasCustomPrompt="1"/>
          </p:nvPr>
        </p:nvSpPr>
        <p:spPr>
          <a:xfrm>
            <a:off x="428624" y="1092494"/>
            <a:ext cx="5391605" cy="715669"/>
          </a:xfrm>
        </p:spPr>
        <p:txBody>
          <a:bodyPr/>
          <a:lstStyle>
            <a:lvl1pPr>
              <a:defRPr sz="4800">
                <a:solidFill>
                  <a:schemeClr val="bg1"/>
                </a:solidFill>
                <a:latin typeface="+mj-lt"/>
              </a:defRPr>
            </a:lvl1pPr>
          </a:lstStyle>
          <a:p>
            <a:r>
              <a:rPr lang="en-US" dirty="0"/>
              <a:t>CLICK TO EDIT MASTER TITLE STYLE</a:t>
            </a:r>
            <a:endParaRPr lang="en-GB" dirty="0"/>
          </a:p>
        </p:txBody>
      </p:sp>
      <p:sp>
        <p:nvSpPr>
          <p:cNvPr id="6" name="Subtitle">
            <a:extLst>
              <a:ext uri="{FF2B5EF4-FFF2-40B4-BE49-F238E27FC236}">
                <a16:creationId xmlns:a16="http://schemas.microsoft.com/office/drawing/2014/main" id="{D0EB7A7D-8D5E-F9FC-C8D3-285DE34876F7}"/>
              </a:ext>
            </a:extLst>
          </p:cNvPr>
          <p:cNvSpPr>
            <a:spLocks noGrp="1"/>
          </p:cNvSpPr>
          <p:nvPr>
            <p:ph type="body" sz="quarter" idx="12" hasCustomPrompt="1"/>
          </p:nvPr>
        </p:nvSpPr>
        <p:spPr>
          <a:xfrm>
            <a:off x="431800" y="3494989"/>
            <a:ext cx="3551238" cy="1274763"/>
          </a:xfrm>
          <a:prstGeom prst="rect">
            <a:avLst/>
          </a:prstGeom>
        </p:spPr>
        <p:txBody>
          <a:bodyPr/>
          <a:lstStyle>
            <a:lvl1pPr>
              <a:defRPr sz="2000">
                <a:solidFill>
                  <a:schemeClr val="bg1"/>
                </a:solidFill>
              </a:defRPr>
            </a:lvl1pPr>
            <a:lvl2pPr marL="0" indent="0">
              <a:buNone/>
              <a:defRPr/>
            </a:lvl2pPr>
          </a:lstStyle>
          <a:p>
            <a:pPr lvl="0"/>
            <a:r>
              <a:rPr lang="en-US" dirty="0"/>
              <a:t>Optional additional information</a:t>
            </a:r>
          </a:p>
        </p:txBody>
      </p:sp>
      <p:sp>
        <p:nvSpPr>
          <p:cNvPr id="5" name="Classification">
            <a:extLst>
              <a:ext uri="{FF2B5EF4-FFF2-40B4-BE49-F238E27FC236}">
                <a16:creationId xmlns:a16="http://schemas.microsoft.com/office/drawing/2014/main" id="{A2DBDE31-A0D1-C0E0-CFCE-D83929DAC7B6}"/>
              </a:ext>
              <a:ext uri="{C183D7F6-B498-43B3-948B-1728B52AA6E4}">
                <adec:decorative xmlns:adec="http://schemas.microsoft.com/office/drawing/2017/decorative" val="1"/>
              </a:ext>
            </a:extLst>
          </p:cNvPr>
          <p:cNvSpPr txBox="1">
            <a:spLocks/>
          </p:cNvSpPr>
          <p:nvPr/>
        </p:nvSpPr>
        <p:spPr>
          <a:xfrm>
            <a:off x="440937" y="6497328"/>
            <a:ext cx="3895536" cy="12311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bg1"/>
                </a:solidFill>
              </a:rPr>
              <a:t>© Ipsos | Caribbean Multichoice  | December 2024 | Quality Report  | Version 1 | </a:t>
            </a:r>
          </a:p>
        </p:txBody>
      </p:sp>
      <p:sp>
        <p:nvSpPr>
          <p:cNvPr id="7" name="Parallelogram">
            <a:extLst>
              <a:ext uri="{FF2B5EF4-FFF2-40B4-BE49-F238E27FC236}">
                <a16:creationId xmlns:a16="http://schemas.microsoft.com/office/drawing/2014/main" id="{C86459C7-F324-154A-1F62-11C161E6B251}"/>
              </a:ext>
              <a:ext uri="{C183D7F6-B498-43B3-948B-1728B52AA6E4}">
                <adec:decorative xmlns:adec="http://schemas.microsoft.com/office/drawing/2017/decorative" val="1"/>
              </a:ext>
            </a:extLst>
          </p:cNvPr>
          <p:cNvSpPr/>
          <p:nvPr userDrawn="1"/>
        </p:nvSpPr>
        <p:spPr>
          <a:xfrm rot="16200000">
            <a:off x="3619500" y="-1714500"/>
            <a:ext cx="6858000" cy="10287000"/>
          </a:xfrm>
          <a:custGeom>
            <a:avLst/>
            <a:gdLst>
              <a:gd name="connsiteX0" fmla="*/ 6858000 w 6858000"/>
              <a:gd name="connsiteY0" fmla="*/ 6858000 h 10287000"/>
              <a:gd name="connsiteX1" fmla="*/ 6858000 w 6858000"/>
              <a:gd name="connsiteY1" fmla="*/ 10287000 h 10287000"/>
              <a:gd name="connsiteX2" fmla="*/ 3370139 w 6858000"/>
              <a:gd name="connsiteY2" fmla="*/ 10287000 h 10287000"/>
              <a:gd name="connsiteX3" fmla="*/ 0 w 6858000"/>
              <a:gd name="connsiteY3" fmla="*/ 6916861 h 10287000"/>
              <a:gd name="connsiteX4" fmla="*/ 0 w 685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10287000">
                <a:moveTo>
                  <a:pt x="6858000" y="6858000"/>
                </a:moveTo>
                <a:lnTo>
                  <a:pt x="6858000" y="10287000"/>
                </a:lnTo>
                <a:lnTo>
                  <a:pt x="3370139" y="10287000"/>
                </a:lnTo>
                <a:lnTo>
                  <a:pt x="0" y="6916861"/>
                </a:lnTo>
                <a:lnTo>
                  <a:pt x="0" y="0"/>
                </a:lnTo>
                <a:close/>
              </a:path>
            </a:pathLst>
          </a:custGeom>
          <a:solidFill>
            <a:srgbClr val="000000">
              <a:alpha val="4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2000"/>
              </a:lnSpc>
              <a:spcBef>
                <a:spcPts val="400"/>
              </a:spcBef>
              <a:spcAft>
                <a:spcPts val="400"/>
              </a:spcAft>
            </a:pPr>
            <a:endParaRPr lang="en-GB" sz="2400" dirty="0">
              <a:solidFill>
                <a:schemeClr val="tx1"/>
              </a:solidFill>
            </a:endParaRPr>
          </a:p>
        </p:txBody>
      </p:sp>
      <p:pic>
        <p:nvPicPr>
          <p:cNvPr id="9" name="Ipsos Logo">
            <a:extLst>
              <a:ext uri="{FF2B5EF4-FFF2-40B4-BE49-F238E27FC236}">
                <a16:creationId xmlns:a16="http://schemas.microsoft.com/office/drawing/2014/main" id="{E6892621-D909-ED6B-C812-2829C2183A8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6783684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3_Empty_Dark Blue Bg">
    <p:bg>
      <p:bgPr>
        <a:pattFill prst="ltUpDiag">
          <a:fgClr>
            <a:schemeClr val="accent1"/>
          </a:fgClr>
          <a:bgClr>
            <a:schemeClr val="bg2"/>
          </a:bgClr>
        </a:pattFill>
        <a:effectLst/>
      </p:bgPr>
    </p:bg>
    <p:spTree>
      <p:nvGrpSpPr>
        <p:cNvPr id="1" name=""/>
        <p:cNvGrpSpPr/>
        <p:nvPr/>
      </p:nvGrpSpPr>
      <p:grpSpPr>
        <a:xfrm>
          <a:off x="0" y="0"/>
          <a:ext cx="0" cy="0"/>
          <a:chOff x="0" y="0"/>
          <a:chExt cx="0" cy="0"/>
        </a:xfrm>
      </p:grpSpPr>
      <p:graphicFrame>
        <p:nvGraphicFramePr>
          <p:cNvPr id="4" name="Objet 3" hidden="1">
            <a:extLst>
              <a:ext uri="{FF2B5EF4-FFF2-40B4-BE49-F238E27FC236}">
                <a16:creationId xmlns:a16="http://schemas.microsoft.com/office/drawing/2014/main" id="{5CF9A8CD-44E6-43DE-97D8-919ABD05CE10}"/>
              </a:ext>
            </a:extLst>
          </p:cNvPr>
          <p:cNvGraphicFramePr>
            <a:graphicFrameLocks noChangeAspect="1"/>
          </p:cNvGraphicFramePr>
          <p:nvPr>
            <p:custDataLst>
              <p:tags r:id="rId1"/>
            </p:custDataLst>
          </p:nvPr>
        </p:nvGraphicFramePr>
        <p:xfrm>
          <a:off x="1591" y="1590"/>
          <a:ext cx="1588" cy="1588"/>
        </p:xfrm>
        <a:graphic>
          <a:graphicData uri="http://schemas.openxmlformats.org/presentationml/2006/ole">
            <mc:AlternateContent xmlns:mc="http://schemas.openxmlformats.org/markup-compatibility/2006">
              <mc:Choice xmlns:v="urn:schemas-microsoft-com:vml" Requires="v">
                <p:oleObj name="Diapositive think-cell" r:id="rId4" imgW="532" imgH="530" progId="TCLayout.ActiveDocument.1">
                  <p:embed/>
                </p:oleObj>
              </mc:Choice>
              <mc:Fallback>
                <p:oleObj name="Diapositive think-cell" r:id="rId4" imgW="532" imgH="530" progId="TCLayout.ActiveDocument.1">
                  <p:embed/>
                  <p:pic>
                    <p:nvPicPr>
                      <p:cNvPr id="4" name="Objet 3" hidden="1">
                        <a:extLst>
                          <a:ext uri="{FF2B5EF4-FFF2-40B4-BE49-F238E27FC236}">
                            <a16:creationId xmlns:a16="http://schemas.microsoft.com/office/drawing/2014/main" id="{5CF9A8CD-44E6-43DE-97D8-919ABD05CE10}"/>
                          </a:ext>
                        </a:extLst>
                      </p:cNvPr>
                      <p:cNvPicPr/>
                      <p:nvPr/>
                    </p:nvPicPr>
                    <p:blipFill>
                      <a:blip r:embed="rId5"/>
                      <a:stretch>
                        <a:fillRect/>
                      </a:stretch>
                    </p:blipFill>
                    <p:spPr>
                      <a:xfrm>
                        <a:off x="1591" y="1590"/>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C1DD757-038C-457E-9D36-3DDC777DAD6B}"/>
              </a:ext>
            </a:extLst>
          </p:cNvPr>
          <p:cNvSpPr/>
          <p:nvPr>
            <p:custDataLst>
              <p:tags r:id="rId2"/>
            </p:custDataLst>
          </p:nvPr>
        </p:nvSpPr>
        <p:spPr>
          <a:xfrm>
            <a:off x="3" y="1"/>
            <a:ext cx="158751" cy="1587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3776" rtl="0" eaLnBrk="1" fontAlgn="auto" latinLnBrk="0" hangingPunct="1">
              <a:lnSpc>
                <a:spcPct val="100000"/>
              </a:lnSpc>
              <a:spcBef>
                <a:spcPts val="0"/>
              </a:spcBef>
              <a:spcAft>
                <a:spcPts val="0"/>
              </a:spcAft>
              <a:buClrTx/>
              <a:buSzTx/>
              <a:buFontTx/>
              <a:buNone/>
              <a:tabLst/>
              <a:defRPr/>
            </a:pPr>
            <a:endParaRPr kumimoji="0" lang="en-GB" sz="2797" b="1"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sym typeface="Arial Black" panose="020B0A04020102020204" pitchFamily="34" charset="0"/>
            </a:endParaRPr>
          </a:p>
        </p:txBody>
      </p:sp>
      <p:sp>
        <p:nvSpPr>
          <p:cNvPr id="5" name="Titre 4">
            <a:extLst>
              <a:ext uri="{FF2B5EF4-FFF2-40B4-BE49-F238E27FC236}">
                <a16:creationId xmlns:a16="http://schemas.microsoft.com/office/drawing/2014/main" id="{DC39ED46-ACD4-4140-8AE3-6EA8A681DA9A}"/>
              </a:ext>
            </a:extLst>
          </p:cNvPr>
          <p:cNvSpPr>
            <a:spLocks noGrp="1"/>
          </p:cNvSpPr>
          <p:nvPr>
            <p:ph type="title" hasCustomPrompt="1"/>
          </p:nvPr>
        </p:nvSpPr>
        <p:spPr/>
        <p:txBody>
          <a:bodyPr lIns="0" rIns="0"/>
          <a:lstStyle>
            <a:lvl1pPr>
              <a:defRPr>
                <a:solidFill>
                  <a:schemeClr val="bg1"/>
                </a:solidFill>
              </a:defRPr>
            </a:lvl1pPr>
          </a:lstStyle>
          <a:p>
            <a:r>
              <a:rPr lang="fr-FR" dirty="0" err="1"/>
              <a:t>Title</a:t>
            </a:r>
            <a:r>
              <a:rPr lang="fr-FR" dirty="0"/>
              <a:t> of the slide</a:t>
            </a:r>
          </a:p>
        </p:txBody>
      </p:sp>
      <p:sp>
        <p:nvSpPr>
          <p:cNvPr id="13" name="Text Placeholder 5">
            <a:extLst>
              <a:ext uri="{FF2B5EF4-FFF2-40B4-BE49-F238E27FC236}">
                <a16:creationId xmlns:a16="http://schemas.microsoft.com/office/drawing/2014/main" id="{CE811145-30D4-4346-98CA-B97A784975AD}"/>
              </a:ext>
            </a:extLst>
          </p:cNvPr>
          <p:cNvSpPr>
            <a:spLocks noGrp="1"/>
          </p:cNvSpPr>
          <p:nvPr>
            <p:ph type="body" sz="quarter" idx="15" hasCustomPrompt="1"/>
          </p:nvPr>
        </p:nvSpPr>
        <p:spPr>
          <a:xfrm>
            <a:off x="407373" y="1196752"/>
            <a:ext cx="11379843" cy="307456"/>
          </a:xfrm>
          <a:prstGeom prst="rect">
            <a:avLst/>
          </a:prstGeom>
          <a:noFill/>
        </p:spPr>
        <p:txBody>
          <a:bodyPr wrap="square" lIns="0" rIns="0" bIns="0">
            <a:spAutoFit/>
          </a:bodyPr>
          <a:lstStyle>
            <a:lvl1pPr marL="0" indent="0">
              <a:buNone/>
              <a:defRPr sz="1999">
                <a:solidFill>
                  <a:schemeClr val="bg1"/>
                </a:solidFill>
              </a:defRPr>
            </a:lvl1pPr>
          </a:lstStyle>
          <a:p>
            <a:pPr lvl="0"/>
            <a:r>
              <a:rPr lang="en-GB" dirty="0"/>
              <a:t>Subtitle of the slide</a:t>
            </a:r>
          </a:p>
        </p:txBody>
      </p:sp>
      <p:pic>
        <p:nvPicPr>
          <p:cNvPr id="14" name="Graphique 8">
            <a:extLst>
              <a:ext uri="{FF2B5EF4-FFF2-40B4-BE49-F238E27FC236}">
                <a16:creationId xmlns:a16="http://schemas.microsoft.com/office/drawing/2014/main" id="{CDD5D887-7F71-41A3-B421-E0F23301B12C}"/>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11303005" y="6172201"/>
            <a:ext cx="501320" cy="459192"/>
          </a:xfrm>
          <a:prstGeom prst="rect">
            <a:avLst/>
          </a:prstGeom>
        </p:spPr>
      </p:pic>
      <p:sp>
        <p:nvSpPr>
          <p:cNvPr id="8" name="Espace réservé du numéro de diapositive 5">
            <a:extLst>
              <a:ext uri="{FF2B5EF4-FFF2-40B4-BE49-F238E27FC236}">
                <a16:creationId xmlns:a16="http://schemas.microsoft.com/office/drawing/2014/main" id="{38CABCA7-F70B-92A3-E3FA-009E6F97968E}"/>
              </a:ext>
            </a:extLst>
          </p:cNvPr>
          <p:cNvSpPr txBox="1">
            <a:spLocks/>
          </p:cNvSpPr>
          <p:nvPr userDrawn="1"/>
        </p:nvSpPr>
        <p:spPr>
          <a:xfrm>
            <a:off x="382932" y="6219234"/>
            <a:ext cx="360037" cy="365125"/>
          </a:xfrm>
          <a:prstGeom prst="rect">
            <a:avLst/>
          </a:prstGeom>
        </p:spPr>
        <p:txBody>
          <a:bodyPr vert="horz" lIns="0" tIns="45720" rIns="0" bIns="45720" rtlCol="0" anchor="ctr"/>
          <a:lstStyle>
            <a:defPPr>
              <a:defRPr lang="fr-FR"/>
            </a:defPPr>
            <a:lvl1pPr marL="0" algn="r" defTabSz="914400" rtl="0" eaLnBrk="1" latinLnBrk="0" hangingPunct="1">
              <a:defRPr sz="900" b="1" kern="1200">
                <a:solidFill>
                  <a:schemeClr val="bg2">
                    <a:lumMod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AABEC-672F-4B68-B914-690DA978312C}" type="slidenum">
              <a:rPr lang="en-GB" smtClean="0">
                <a:solidFill>
                  <a:schemeClr val="bg1"/>
                </a:solidFill>
              </a:rPr>
              <a:pPr/>
              <a:t>‹#›</a:t>
            </a:fld>
            <a:r>
              <a:rPr lang="en-GB" dirty="0">
                <a:solidFill>
                  <a:schemeClr val="bg1"/>
                </a:solidFill>
              </a:rPr>
              <a:t> ‒ </a:t>
            </a:r>
          </a:p>
        </p:txBody>
      </p:sp>
      <p:sp>
        <p:nvSpPr>
          <p:cNvPr id="9" name="Espace réservé du pied de page 4">
            <a:extLst>
              <a:ext uri="{FF2B5EF4-FFF2-40B4-BE49-F238E27FC236}">
                <a16:creationId xmlns:a16="http://schemas.microsoft.com/office/drawing/2014/main" id="{52563D72-ADE8-2FB0-551A-1A3DD8E839A4}"/>
              </a:ext>
            </a:extLst>
          </p:cNvPr>
          <p:cNvSpPr txBox="1">
            <a:spLocks/>
          </p:cNvSpPr>
          <p:nvPr userDrawn="1"/>
        </p:nvSpPr>
        <p:spPr>
          <a:xfrm>
            <a:off x="815317" y="6219234"/>
            <a:ext cx="10447709" cy="365125"/>
          </a:xfrm>
          <a:prstGeom prst="rect">
            <a:avLst/>
          </a:prstGeom>
        </p:spPr>
        <p:txBody>
          <a:bodyPr vert="horz" lIns="0" tIns="45720" rIns="0" bIns="45720" rtlCol="0" anchor="ct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bg1"/>
                </a:solidFill>
              </a:rPr>
              <a:t>© Ipsos | Caribbean Multichoice | December 2024 | Quality Report | Version 1</a:t>
            </a:r>
            <a:endParaRPr lang="en-GB" sz="900" dirty="0">
              <a:solidFill>
                <a:schemeClr val="bg1"/>
              </a:solidFill>
              <a:effectLst/>
            </a:endParaRPr>
          </a:p>
        </p:txBody>
      </p:sp>
    </p:spTree>
    <p:extLst>
      <p:ext uri="{BB962C8B-B14F-4D97-AF65-F5344CB8AC3E}">
        <p14:creationId xmlns:p14="http://schemas.microsoft.com/office/powerpoint/2010/main" val="4074113016"/>
      </p:ext>
    </p:extLst>
  </p:cSld>
  <p:clrMapOvr>
    <a:masterClrMapping/>
  </p:clrMapOvr>
  <p:extLst>
    <p:ext uri="{DCECCB84-F9BA-43D5-87BE-67443E8EF086}">
      <p15:sldGuideLst xmlns:p15="http://schemas.microsoft.com/office/powerpoint/2012/main">
        <p15:guide id="1" pos="186">
          <p15:clr>
            <a:srgbClr val="F26B43"/>
          </p15:clr>
        </p15:guide>
        <p15:guide id="2" pos="5571">
          <p15:clr>
            <a:srgbClr val="F26B43"/>
          </p15:clr>
        </p15:guide>
        <p15:guide id="3" orient="horz" pos="174">
          <p15:clr>
            <a:srgbClr val="F26B43"/>
          </p15:clr>
        </p15:guide>
        <p15:guide id="5" orient="horz" pos="853">
          <p15:clr>
            <a:srgbClr val="F26B43"/>
          </p15:clr>
        </p15:guide>
        <p15:guide id="6" orient="horz" pos="2690">
          <p15:clr>
            <a:srgbClr val="F26B43"/>
          </p15:clr>
        </p15:guide>
        <p15:guide id="7" orient="horz" pos="2932">
          <p15:clr>
            <a:srgbClr val="F26B43"/>
          </p15:clr>
        </p15:guide>
        <p15:guide id="8" orient="horz" pos="3120">
          <p15:clr>
            <a:srgbClr val="F26B43"/>
          </p15:clr>
        </p15:guide>
        <p15:guide id="9" pos="230">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Emp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6595BE-8670-4A5F-B6E3-C00B54377605}"/>
              </a:ext>
            </a:extLst>
          </p:cNvPr>
          <p:cNvSpPr/>
          <p:nvPr userDrawn="1"/>
        </p:nvSpPr>
        <p:spPr>
          <a:xfrm>
            <a:off x="1" y="1"/>
            <a:ext cx="598798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7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Espace réservé du numéro de diapositive 5">
            <a:extLst>
              <a:ext uri="{FF2B5EF4-FFF2-40B4-BE49-F238E27FC236}">
                <a16:creationId xmlns:a16="http://schemas.microsoft.com/office/drawing/2014/main" id="{9836AA43-E104-52E2-8B28-DF244379429B}"/>
              </a:ext>
            </a:extLst>
          </p:cNvPr>
          <p:cNvSpPr txBox="1">
            <a:spLocks/>
          </p:cNvSpPr>
          <p:nvPr userDrawn="1"/>
        </p:nvSpPr>
        <p:spPr>
          <a:xfrm>
            <a:off x="382932" y="6219234"/>
            <a:ext cx="360037" cy="365125"/>
          </a:xfrm>
          <a:prstGeom prst="rect">
            <a:avLst/>
          </a:prstGeom>
        </p:spPr>
        <p:txBody>
          <a:bodyPr vert="horz" lIns="0" tIns="45720" rIns="0" bIns="45720" rtlCol="0" anchor="ctr"/>
          <a:lstStyle>
            <a:defPPr>
              <a:defRPr lang="fr-FR"/>
            </a:defPPr>
            <a:lvl1pPr marL="0" algn="r" defTabSz="914400" rtl="0" eaLnBrk="1" latinLnBrk="0" hangingPunct="1">
              <a:defRPr sz="900" b="1" kern="1200">
                <a:solidFill>
                  <a:schemeClr val="bg2">
                    <a:lumMod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AABEC-672F-4B68-B914-690DA978312C}" type="slidenum">
              <a:rPr lang="en-GB" smtClean="0">
                <a:solidFill>
                  <a:schemeClr val="bg1"/>
                </a:solidFill>
              </a:rPr>
              <a:pPr/>
              <a:t>‹#›</a:t>
            </a:fld>
            <a:r>
              <a:rPr lang="en-GB" dirty="0">
                <a:solidFill>
                  <a:schemeClr val="bg1"/>
                </a:solidFill>
              </a:rPr>
              <a:t> ‒ </a:t>
            </a:r>
          </a:p>
        </p:txBody>
      </p:sp>
      <p:sp>
        <p:nvSpPr>
          <p:cNvPr id="9" name="Espace réservé du pied de page 4">
            <a:extLst>
              <a:ext uri="{FF2B5EF4-FFF2-40B4-BE49-F238E27FC236}">
                <a16:creationId xmlns:a16="http://schemas.microsoft.com/office/drawing/2014/main" id="{AE994004-4109-2CD2-B0FA-80ABD39332E4}"/>
              </a:ext>
            </a:extLst>
          </p:cNvPr>
          <p:cNvSpPr txBox="1">
            <a:spLocks/>
          </p:cNvSpPr>
          <p:nvPr userDrawn="1"/>
        </p:nvSpPr>
        <p:spPr>
          <a:xfrm>
            <a:off x="815317" y="6219234"/>
            <a:ext cx="4726501" cy="365125"/>
          </a:xfrm>
          <a:prstGeom prst="rect">
            <a:avLst/>
          </a:prstGeom>
        </p:spPr>
        <p:txBody>
          <a:bodyPr vert="horz" lIns="0" tIns="45720" rIns="0" bIns="45720" rtlCol="0" anchor="ct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bg1"/>
                </a:solidFill>
              </a:rPr>
              <a:t>© Ipsos | Caribbean Multichoice | December 2024 |  Quality Report |  Version 1</a:t>
            </a:r>
            <a:endParaRPr lang="en-GB" sz="900" dirty="0">
              <a:solidFill>
                <a:schemeClr val="bg1"/>
              </a:solidFill>
              <a:effectLst/>
            </a:endParaRPr>
          </a:p>
        </p:txBody>
      </p:sp>
    </p:spTree>
    <p:extLst>
      <p:ext uri="{BB962C8B-B14F-4D97-AF65-F5344CB8AC3E}">
        <p14:creationId xmlns:p14="http://schemas.microsoft.com/office/powerpoint/2010/main" val="146555219"/>
      </p:ext>
    </p:extLst>
  </p:cSld>
  <p:clrMapOvr>
    <a:masterClrMapping/>
  </p:clrMapOvr>
  <p:extLst>
    <p:ext uri="{DCECCB84-F9BA-43D5-87BE-67443E8EF086}">
      <p15:sldGuideLst xmlns:p15="http://schemas.microsoft.com/office/powerpoint/2012/main">
        <p15:guide id="1" orient="horz" pos="2932">
          <p15:clr>
            <a:srgbClr val="F26B43"/>
          </p15:clr>
        </p15:guide>
        <p15:guide id="2" orient="horz" pos="3120">
          <p15:clr>
            <a:srgbClr val="F26B43"/>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sv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descr="Header">
            <a:extLst>
              <a:ext uri="{FF2B5EF4-FFF2-40B4-BE49-F238E27FC236}">
                <a16:creationId xmlns:a16="http://schemas.microsoft.com/office/drawing/2014/main" id="{451F5451-CC20-46A2-802F-F9D60C2A61E7}"/>
              </a:ext>
            </a:extLst>
          </p:cNvPr>
          <p:cNvSpPr>
            <a:spLocks noGrp="1"/>
          </p:cNvSpPr>
          <p:nvPr>
            <p:ph type="title"/>
          </p:nvPr>
        </p:nvSpPr>
        <p:spPr>
          <a:xfrm>
            <a:off x="450000" y="701874"/>
            <a:ext cx="11299088" cy="715669"/>
          </a:xfrm>
          <a:prstGeom prst="rect">
            <a:avLst/>
          </a:prstGeom>
        </p:spPr>
        <p:txBody>
          <a:bodyPr vert="horz" wrap="square" lIns="0" tIns="0" rIns="0" bIns="0" rtlCol="0" anchor="t">
            <a:noAutofit/>
          </a:bodyPr>
          <a:lstStyle/>
          <a:p>
            <a:r>
              <a:rPr lang="en-GB" dirty="0"/>
              <a:t>Slide title room for two lines</a:t>
            </a:r>
          </a:p>
        </p:txBody>
      </p:sp>
      <p:sp>
        <p:nvSpPr>
          <p:cNvPr id="7" name="Placeholder">
            <a:extLst>
              <a:ext uri="{FF2B5EF4-FFF2-40B4-BE49-F238E27FC236}">
                <a16:creationId xmlns:a16="http://schemas.microsoft.com/office/drawing/2014/main" id="{D7CC2174-966F-44FC-375D-7BD78365CCEA}"/>
              </a:ext>
            </a:extLst>
          </p:cNvPr>
          <p:cNvSpPr>
            <a:spLocks noGrp="1"/>
          </p:cNvSpPr>
          <p:nvPr>
            <p:ph type="body" idx="1"/>
          </p:nvPr>
        </p:nvSpPr>
        <p:spPr>
          <a:xfrm>
            <a:off x="436002" y="1825625"/>
            <a:ext cx="11313086" cy="38433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lassification">
            <a:extLst>
              <a:ext uri="{FF2B5EF4-FFF2-40B4-BE49-F238E27FC236}">
                <a16:creationId xmlns:a16="http://schemas.microsoft.com/office/drawing/2014/main" id="{5145A4F0-7D5B-0FE6-3F2E-55FC068D8DC1}"/>
              </a:ext>
              <a:ext uri="{C183D7F6-B498-43B3-948B-1728B52AA6E4}">
                <adec:decorative xmlns:adec="http://schemas.microsoft.com/office/drawing/2017/decorative" val="1"/>
              </a:ext>
            </a:extLst>
          </p:cNvPr>
          <p:cNvSpPr txBox="1">
            <a:spLocks/>
          </p:cNvSpPr>
          <p:nvPr userDrawn="1"/>
        </p:nvSpPr>
        <p:spPr>
          <a:xfrm>
            <a:off x="440938" y="6488640"/>
            <a:ext cx="4672238" cy="123111"/>
          </a:xfrm>
          <a:prstGeom prst="rect">
            <a:avLst/>
          </a:prstGeom>
          <a:effectLst/>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tx1"/>
                </a:solidFill>
              </a:rPr>
              <a:t>© Ipsos | Caribbean Multichoice | December 2024 | Quality Report  | Version 1 | </a:t>
            </a:r>
          </a:p>
        </p:txBody>
      </p:sp>
      <p:sp>
        <p:nvSpPr>
          <p:cNvPr id="96" name="Slide Number">
            <a:extLst>
              <a:ext uri="{FF2B5EF4-FFF2-40B4-BE49-F238E27FC236}">
                <a16:creationId xmlns:a16="http://schemas.microsoft.com/office/drawing/2014/main" id="{A19EB2BF-21C7-DA01-6AAC-8D446BDFC72B}"/>
              </a:ext>
              <a:ext uri="{C183D7F6-B498-43B3-948B-1728B52AA6E4}">
                <adec:decorative xmlns:adec="http://schemas.microsoft.com/office/drawing/2017/decorative" val="1"/>
              </a:ext>
            </a:extLst>
          </p:cNvPr>
          <p:cNvSpPr txBox="1"/>
          <p:nvPr userDrawn="1"/>
        </p:nvSpPr>
        <p:spPr>
          <a:xfrm>
            <a:off x="5849681" y="6479951"/>
            <a:ext cx="492637" cy="140488"/>
          </a:xfrm>
          <a:prstGeom prst="rect">
            <a:avLst/>
          </a:prstGeom>
          <a:noFill/>
        </p:spPr>
        <p:txBody>
          <a:bodyPr wrap="square" lIns="0" tIns="0" rIns="0" bIns="0" rtlCol="0">
            <a:spAutoFit/>
          </a:bodyPr>
          <a:lstStyle/>
          <a:p>
            <a:pPr algn="ctr" rtl="0">
              <a:lnSpc>
                <a:spcPct val="110000"/>
              </a:lnSpc>
              <a:spcBef>
                <a:spcPts val="400"/>
              </a:spcBef>
              <a:spcAft>
                <a:spcPts val="400"/>
              </a:spcAft>
            </a:pPr>
            <a:fld id="{42C674B8-9BBC-4FFF-A23E-570BB0655C41}" type="slidenum">
              <a:rPr lang="en-GB" sz="900" smtClean="0"/>
              <a:pPr algn="ctr" rtl="0">
                <a:lnSpc>
                  <a:spcPct val="110000"/>
                </a:lnSpc>
                <a:spcBef>
                  <a:spcPts val="400"/>
                </a:spcBef>
                <a:spcAft>
                  <a:spcPts val="400"/>
                </a:spcAft>
              </a:pPr>
              <a:t>‹#›</a:t>
            </a:fld>
            <a:endParaRPr lang="en-GB" sz="900" dirty="0"/>
          </a:p>
        </p:txBody>
      </p:sp>
      <p:pic>
        <p:nvPicPr>
          <p:cNvPr id="8" name="Ipsos Logo">
            <a:extLst>
              <a:ext uri="{FF2B5EF4-FFF2-40B4-BE49-F238E27FC236}">
                <a16:creationId xmlns:a16="http://schemas.microsoft.com/office/drawing/2014/main" id="{28D1BB47-AB47-9982-F311-E64B0A6B46C8}"/>
              </a:ext>
              <a:ext uri="{C183D7F6-B498-43B3-948B-1728B52AA6E4}">
                <adec:decorative xmlns:adec="http://schemas.microsoft.com/office/drawing/2017/decorative" val="1"/>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2797839013"/>
      </p:ext>
    </p:extLst>
  </p:cSld>
  <p:clrMap bg1="lt1" tx1="dk1" bg2="lt2" tx2="dk2" accent1="accent1" accent2="accent2" accent3="accent3" accent4="accent4" accent5="accent5" accent6="accent6" hlink="hlink" folHlink="folHlink"/>
  <p:sldLayoutIdLst>
    <p:sldLayoutId id="2147484378" r:id="rId1"/>
    <p:sldLayoutId id="2147484379" r:id="rId2"/>
    <p:sldLayoutId id="2147484381" r:id="rId3"/>
    <p:sldLayoutId id="2147484383" r:id="rId4"/>
    <p:sldLayoutId id="2147484384" r:id="rId5"/>
    <p:sldLayoutId id="2147484385" r:id="rId6"/>
    <p:sldLayoutId id="2147484386" r:id="rId7"/>
    <p:sldLayoutId id="2147484387" r:id="rId8"/>
    <p:sldLayoutId id="2147484388" r:id="rId9"/>
    <p:sldLayoutId id="2147484389" r:id="rId10"/>
    <p:sldLayoutId id="2147484390" r:id="rId11"/>
    <p:sldLayoutId id="2147484391" r:id="rId12"/>
    <p:sldLayoutId id="2147484394" r:id="rId13"/>
    <p:sldLayoutId id="2147484395" r:id="rId14"/>
    <p:sldLayoutId id="2147484396" r:id="rId15"/>
    <p:sldLayoutId id="2147484397" r:id="rId16"/>
    <p:sldLayoutId id="2147484398" r:id="rId17"/>
    <p:sldLayoutId id="2147484399" r:id="rId18"/>
    <p:sldLayoutId id="2147484400" r:id="rId19"/>
    <p:sldLayoutId id="2147484401" r:id="rId20"/>
    <p:sldLayoutId id="2147484403" r:id="rId21"/>
    <p:sldLayoutId id="2147484404" r:id="rId22"/>
    <p:sldLayoutId id="2147484405" r:id="rId23"/>
    <p:sldLayoutId id="2147484406" r:id="rId24"/>
    <p:sldLayoutId id="2147484407" r:id="rId25"/>
    <p:sldLayoutId id="2147484409" r:id="rId26"/>
    <p:sldLayoutId id="2147484410" r:id="rId27"/>
    <p:sldLayoutId id="2147484414" r:id="rId28"/>
    <p:sldLayoutId id="2147484411" r:id="rId29"/>
    <p:sldLayoutId id="2147484412" r:id="rId30"/>
    <p:sldLayoutId id="2147484415" r:id="rId31"/>
    <p:sldLayoutId id="2147484416" r:id="rId32"/>
  </p:sldLayoutIdLst>
  <p:hf hdr="0" ftr="0"/>
  <p:txStyles>
    <p:titleStyle>
      <a:lvl1pPr algn="l" defTabSz="914400" rtl="0" eaLnBrk="1" latinLnBrk="0" hangingPunct="1">
        <a:lnSpc>
          <a:spcPct val="90000"/>
        </a:lnSpc>
        <a:spcBef>
          <a:spcPct val="0"/>
        </a:spcBef>
        <a:buNone/>
        <a:defRPr sz="2800" b="1" kern="1200" cap="none" spc="0" baseline="0">
          <a:solidFill>
            <a:schemeClr val="tx1"/>
          </a:solidFill>
          <a:latin typeface="+mn-lt"/>
          <a:ea typeface="+mj-ea"/>
          <a:cs typeface="+mj-cs"/>
        </a:defRPr>
      </a:lvl1pPr>
    </p:titleStyle>
    <p:bodyStyle>
      <a:lvl1pPr marL="0" indent="0" algn="l" defTabSz="914400" rtl="0" eaLnBrk="1" latinLnBrk="0" hangingPunct="1">
        <a:lnSpc>
          <a:spcPct val="115000"/>
        </a:lnSpc>
        <a:spcBef>
          <a:spcPts val="400"/>
        </a:spcBef>
        <a:spcAft>
          <a:spcPts val="400"/>
        </a:spcAft>
        <a:buSzPct val="100000"/>
        <a:buFont typeface="Wingdings 2" panose="05020102010507070707" pitchFamily="18" charset="2"/>
        <a:buNone/>
        <a:defRPr sz="1200" b="0" kern="1200">
          <a:solidFill>
            <a:schemeClr val="tx1"/>
          </a:solidFill>
          <a:latin typeface="+mn-lt"/>
          <a:ea typeface="+mn-ea"/>
          <a:cs typeface="+mn-cs"/>
        </a:defRPr>
      </a:lvl1pPr>
      <a:lvl2pPr marL="171450" indent="-171450" algn="l" defTabSz="914400" rtl="0" eaLnBrk="1" latinLnBrk="0" hangingPunct="1">
        <a:lnSpc>
          <a:spcPct val="115000"/>
        </a:lnSpc>
        <a:spcBef>
          <a:spcPts val="400"/>
        </a:spcBef>
        <a:spcAft>
          <a:spcPts val="400"/>
        </a:spcAft>
        <a:buSzPct val="100000"/>
        <a:buFont typeface="Arial" panose="020B0604020202020204" pitchFamily="34" charset="0"/>
        <a:buChar char="•"/>
        <a:defRPr lang="en-GB" sz="1200" kern="1200" dirty="0">
          <a:solidFill>
            <a:schemeClr val="tx1"/>
          </a:solidFill>
          <a:latin typeface="+mn-lt"/>
          <a:ea typeface="+mn-ea"/>
          <a:cs typeface="+mn-cs"/>
        </a:defRPr>
      </a:lvl2pPr>
      <a:lvl3pPr marL="542925" indent="-173038" algn="l" defTabSz="914400" rtl="0" eaLnBrk="1" latinLnBrk="0" hangingPunct="1">
        <a:lnSpc>
          <a:spcPct val="115000"/>
        </a:lnSpc>
        <a:spcBef>
          <a:spcPts val="400"/>
        </a:spcBef>
        <a:spcAft>
          <a:spcPts val="400"/>
        </a:spcAft>
        <a:buFont typeface="Barlow" panose="020B0604020202020204" pitchFamily="34" charset="0"/>
        <a:buChar char="‒"/>
        <a:defRPr sz="1200" kern="1200">
          <a:solidFill>
            <a:schemeClr val="tx1"/>
          </a:solidFill>
          <a:latin typeface="+mn-lt"/>
          <a:ea typeface="+mn-ea"/>
          <a:cs typeface="+mn-cs"/>
        </a:defRPr>
      </a:lvl3pPr>
      <a:lvl4pPr marL="987425" indent="-228600" algn="l" defTabSz="914400" rtl="0" eaLnBrk="1" latinLnBrk="0" hangingPunct="1">
        <a:lnSpc>
          <a:spcPct val="115000"/>
        </a:lnSpc>
        <a:spcBef>
          <a:spcPts val="400"/>
        </a:spcBef>
        <a:spcAft>
          <a:spcPts val="400"/>
        </a:spcAft>
        <a:buFont typeface="Barlow" panose="020B0604020202020204" pitchFamily="34" charset="0"/>
        <a:buChar char="•"/>
        <a:defRPr sz="1200" kern="1200">
          <a:solidFill>
            <a:schemeClr val="tx1"/>
          </a:solidFill>
          <a:latin typeface="+mn-lt"/>
          <a:ea typeface="+mn-ea"/>
          <a:cs typeface="+mn-cs"/>
        </a:defRPr>
      </a:lvl4pPr>
      <a:lvl5pPr marL="1033463" indent="0" algn="l" defTabSz="914400" rtl="0" eaLnBrk="1" latinLnBrk="0" hangingPunct="1">
        <a:lnSpc>
          <a:spcPct val="115000"/>
        </a:lnSpc>
        <a:spcBef>
          <a:spcPts val="400"/>
        </a:spcBef>
        <a:spcAft>
          <a:spcPts val="400"/>
        </a:spcAft>
        <a:buFont typeface="Barlow" panose="020B040602020203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Barlow"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Barlow"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Barlow"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Barlow"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5" pos="2509">
          <p15:clr>
            <a:srgbClr val="F26B43"/>
          </p15:clr>
        </p15:guide>
        <p15:guide id="26" pos="2698">
          <p15:clr>
            <a:srgbClr val="F26B43"/>
          </p15:clr>
        </p15:guide>
        <p15:guide id="30" pos="4930">
          <p15:clr>
            <a:srgbClr val="F26B43"/>
          </p15:clr>
        </p15:guide>
        <p15:guide id="31" pos="5126">
          <p15:clr>
            <a:srgbClr val="F26B43"/>
          </p15:clr>
        </p15:guide>
        <p15:guide id="39" orient="horz" pos="1139">
          <p15:clr>
            <a:srgbClr val="5ACBF0"/>
          </p15:clr>
        </p15:guide>
        <p15:guide id="41" pos="1905" userDrawn="1">
          <p15:clr>
            <a:srgbClr val="5ACBF0"/>
          </p15:clr>
        </p15:guide>
        <p15:guide id="42" pos="2109" userDrawn="1">
          <p15:clr>
            <a:srgbClr val="5ACBF0"/>
          </p15:clr>
        </p15:guide>
        <p15:guide id="43" pos="3942">
          <p15:clr>
            <a:srgbClr val="5ACBF0"/>
          </p15:clr>
        </p15:guide>
        <p15:guide id="45" pos="3741" userDrawn="1">
          <p15:clr>
            <a:srgbClr val="5ACBF0"/>
          </p15:clr>
        </p15:guide>
        <p15:guide id="46" pos="5568" userDrawn="1">
          <p15:clr>
            <a:srgbClr val="5ACBF0"/>
          </p15:clr>
        </p15:guide>
        <p15:guide id="47" pos="5770" userDrawn="1">
          <p15:clr>
            <a:srgbClr val="5ACBF0"/>
          </p15:clr>
        </p15:guide>
        <p15:guide id="53" orient="horz" pos="436" userDrawn="1">
          <p15:clr>
            <a:srgbClr val="9FCC3B"/>
          </p15:clr>
        </p15:guide>
        <p15:guide id="54" pos="279" userDrawn="1">
          <p15:clr>
            <a:srgbClr val="9FCC3B"/>
          </p15:clr>
        </p15:guide>
        <p15:guide id="55" pos="7401" userDrawn="1">
          <p15:clr>
            <a:srgbClr val="9FCC3B"/>
          </p15:clr>
        </p15:guide>
        <p15:guide id="56" orient="horz" pos="3747" userDrawn="1">
          <p15:clr>
            <a:srgbClr val="9FCC3B"/>
          </p15:clr>
        </p15:guide>
        <p15:guide id="57" orient="horz" pos="3884" userDrawn="1">
          <p15:clr>
            <a:srgbClr val="000000"/>
          </p15:clr>
        </p15:guide>
        <p15:guide id="58" orient="horz" pos="913" userDrawn="1">
          <p15:clr>
            <a:srgbClr val="C35EA4"/>
          </p15:clr>
        </p15:guide>
        <p15:guide id="59" orient="horz" pos="132" userDrawn="1">
          <p15:clr>
            <a:srgbClr val="000000"/>
          </p15:clr>
        </p15:guide>
        <p15:guide id="60" orient="horz" pos="3571" userDrawn="1">
          <p15:clr>
            <a:srgbClr val="5ACBF0"/>
          </p15:clr>
        </p15:guide>
        <p15:guide id="61" orient="horz" pos="4166" userDrawn="1">
          <p15:clr>
            <a:srgbClr val="000000"/>
          </p15:clr>
        </p15:guide>
        <p15:guide id="62" pos="140" userDrawn="1">
          <p15:clr>
            <a:srgbClr val="000000"/>
          </p15:clr>
        </p15:guide>
        <p15:guide id="63" pos="7537" userDrawn="1">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28.xml"/><Relationship Id="rId2" Type="http://schemas.openxmlformats.org/officeDocument/2006/relationships/slide" Target="slide3.xml"/><Relationship Id="rId1" Type="http://schemas.openxmlformats.org/officeDocument/2006/relationships/slideLayout" Target="../slideLayouts/slideLayout25.xml"/><Relationship Id="rId6" Type="http://schemas.openxmlformats.org/officeDocument/2006/relationships/slide" Target="slide26.xml"/><Relationship Id="rId5" Type="http://schemas.openxmlformats.org/officeDocument/2006/relationships/slide" Target="slide10.xml"/><Relationship Id="rId4" Type="http://schemas.openxmlformats.org/officeDocument/2006/relationships/slide" Target="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jpe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25.jpe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12.xml"/><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2.xml"/><Relationship Id="rId4" Type="http://schemas.openxmlformats.org/officeDocument/2006/relationships/image" Target="../media/image30.jpe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31.xml"/><Relationship Id="rId4" Type="http://schemas.openxmlformats.org/officeDocument/2006/relationships/image" Target="../media/image42.jpg"/></Relationships>
</file>

<file path=ppt/slides/_rels/slide32.xml.rels><?xml version="1.0" encoding="UTF-8" standalone="yes"?>
<Relationships xmlns="http://schemas.openxmlformats.org/package/2006/relationships"><Relationship Id="rId3" Type="http://schemas.openxmlformats.org/officeDocument/2006/relationships/hyperlink" Target="http://www.sgs.com/standard" TargetMode="External"/><Relationship Id="rId2" Type="http://schemas.openxmlformats.org/officeDocument/2006/relationships/image" Target="../media/image43.jpg"/><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1BB242C-CB72-440E-9602-808C3EC37D59}"/>
              </a:ext>
            </a:extLst>
          </p:cNvPr>
          <p:cNvSpPr>
            <a:spLocks noGrp="1"/>
          </p:cNvSpPr>
          <p:nvPr>
            <p:ph type="title"/>
          </p:nvPr>
        </p:nvSpPr>
        <p:spPr>
          <a:xfrm>
            <a:off x="111222" y="324909"/>
            <a:ext cx="5876807" cy="672044"/>
          </a:xfrm>
        </p:spPr>
        <p:txBody>
          <a:bodyPr/>
          <a:lstStyle/>
          <a:p>
            <a:r>
              <a:rPr lang="en-GB" sz="3200" dirty="0"/>
              <a:t>PROJECT Caribbean Multichoice</a:t>
            </a:r>
          </a:p>
        </p:txBody>
      </p:sp>
      <p:sp>
        <p:nvSpPr>
          <p:cNvPr id="10" name="Subtitle">
            <a:extLst>
              <a:ext uri="{FF2B5EF4-FFF2-40B4-BE49-F238E27FC236}">
                <a16:creationId xmlns:a16="http://schemas.microsoft.com/office/drawing/2014/main" id="{F37E0D4B-A6F1-8A92-67A3-2F27469130BF}"/>
              </a:ext>
            </a:extLst>
          </p:cNvPr>
          <p:cNvSpPr txBox="1">
            <a:spLocks noGrp="1"/>
          </p:cNvSpPr>
          <p:nvPr>
            <p:ph type="body" sz="quarter" idx="12"/>
          </p:nvPr>
        </p:nvSpPr>
        <p:spPr>
          <a:xfrm>
            <a:off x="111222" y="3268865"/>
            <a:ext cx="2597631" cy="506805"/>
          </a:xfrm>
          <a:noFill/>
        </p:spPr>
        <p:txBody>
          <a:bodyPr wrap="square" lIns="0" tIns="0" rIns="0" bIns="0" rtlCol="0">
            <a:spAutoFit/>
          </a:bodyPr>
          <a:lstStyle/>
          <a:p>
            <a:r>
              <a:rPr lang="en-GB" sz="3200" b="1" cap="all" dirty="0">
                <a:latin typeface="+mj-lt"/>
                <a:ea typeface="+mj-ea"/>
                <a:cs typeface="+mj-cs"/>
              </a:rPr>
              <a:t>IPSOS KENYA </a:t>
            </a:r>
          </a:p>
        </p:txBody>
      </p:sp>
      <p:pic>
        <p:nvPicPr>
          <p:cNvPr id="54" name="Picture Placeholder">
            <a:extLst>
              <a:ext uri="{FF2B5EF4-FFF2-40B4-BE49-F238E27FC236}">
                <a16:creationId xmlns:a16="http://schemas.microsoft.com/office/drawing/2014/main" id="{2EE3F0BA-19F1-AB95-6E7E-0F34DF72C18C}"/>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2211" b="2211"/>
          <a:stretch/>
        </p:blipFill>
        <p:spPr>
          <a:xfrm>
            <a:off x="1891737" y="-12700"/>
            <a:ext cx="10300263" cy="6563130"/>
          </a:xfrm>
        </p:spPr>
      </p:pic>
      <p:sp>
        <p:nvSpPr>
          <p:cNvPr id="11" name="Triangle">
            <a:extLst>
              <a:ext uri="{FF2B5EF4-FFF2-40B4-BE49-F238E27FC236}">
                <a16:creationId xmlns:a16="http://schemas.microsoft.com/office/drawing/2014/main" id="{E8C2CACD-E824-DE3B-60FE-427B751999B5}"/>
              </a:ext>
              <a:ext uri="{C183D7F6-B498-43B3-948B-1728B52AA6E4}">
                <adec:decorative xmlns:adec="http://schemas.microsoft.com/office/drawing/2017/decorative" val="1"/>
              </a:ext>
            </a:extLst>
          </p:cNvPr>
          <p:cNvSpPr/>
          <p:nvPr/>
        </p:nvSpPr>
        <p:spPr>
          <a:xfrm rot="16200000">
            <a:off x="8661370" y="3324649"/>
            <a:ext cx="3492560" cy="3594098"/>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0000"/>
              </a:lnSpc>
            </a:pPr>
            <a:endParaRPr lang="en-GB" sz="1400" dirty="0" err="1">
              <a:solidFill>
                <a:schemeClr val="tx1"/>
              </a:solidFill>
            </a:endParaRPr>
          </a:p>
        </p:txBody>
      </p:sp>
      <p:sp>
        <p:nvSpPr>
          <p:cNvPr id="7" name="Parallelogram 1">
            <a:extLst>
              <a:ext uri="{FF2B5EF4-FFF2-40B4-BE49-F238E27FC236}">
                <a16:creationId xmlns:a16="http://schemas.microsoft.com/office/drawing/2014/main" id="{A6BD1784-F3A1-1046-21F9-8FEFED56EE96}"/>
              </a:ext>
              <a:ext uri="{C183D7F6-B498-43B3-948B-1728B52AA6E4}">
                <adec:decorative xmlns:adec="http://schemas.microsoft.com/office/drawing/2017/decorative" val="1"/>
              </a:ext>
            </a:extLst>
          </p:cNvPr>
          <p:cNvSpPr/>
          <p:nvPr/>
        </p:nvSpPr>
        <p:spPr>
          <a:xfrm rot="18900000">
            <a:off x="6191592" y="431596"/>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dirty="0" err="1">
              <a:solidFill>
                <a:schemeClr val="tx1"/>
              </a:solidFill>
            </a:endParaRPr>
          </a:p>
        </p:txBody>
      </p:sp>
      <p:sp>
        <p:nvSpPr>
          <p:cNvPr id="9" name="Parallelogram 2">
            <a:extLst>
              <a:ext uri="{FF2B5EF4-FFF2-40B4-BE49-F238E27FC236}">
                <a16:creationId xmlns:a16="http://schemas.microsoft.com/office/drawing/2014/main" id="{CEC544CE-DA48-E496-5DA5-4BEDD3E45634}"/>
              </a:ext>
              <a:ext uri="{C183D7F6-B498-43B3-948B-1728B52AA6E4}">
                <adec:decorative xmlns:adec="http://schemas.microsoft.com/office/drawing/2017/decorative" val="1"/>
              </a:ext>
            </a:extLst>
          </p:cNvPr>
          <p:cNvSpPr/>
          <p:nvPr/>
        </p:nvSpPr>
        <p:spPr>
          <a:xfrm rot="8100000">
            <a:off x="7929848" y="5576008"/>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dirty="0" err="1">
              <a:solidFill>
                <a:schemeClr val="tx1"/>
              </a:solidFill>
            </a:endParaRPr>
          </a:p>
        </p:txBody>
      </p:sp>
      <p:sp>
        <p:nvSpPr>
          <p:cNvPr id="8" name="Classification">
            <a:extLst>
              <a:ext uri="{FF2B5EF4-FFF2-40B4-BE49-F238E27FC236}">
                <a16:creationId xmlns:a16="http://schemas.microsoft.com/office/drawing/2014/main" id="{C55BE28C-696E-3867-0F63-F65387A9A6CF}"/>
              </a:ext>
              <a:ext uri="{C183D7F6-B498-43B3-948B-1728B52AA6E4}">
                <adec:decorative xmlns:adec="http://schemas.microsoft.com/office/drawing/2017/decorative" val="0"/>
              </a:ext>
            </a:extLst>
          </p:cNvPr>
          <p:cNvSpPr txBox="1">
            <a:spLocks/>
          </p:cNvSpPr>
          <p:nvPr/>
        </p:nvSpPr>
        <p:spPr>
          <a:xfrm>
            <a:off x="214842" y="6620439"/>
            <a:ext cx="4289004" cy="123111"/>
          </a:xfrm>
          <a:prstGeom prst="rect">
            <a:avLst/>
          </a:prstGeom>
        </p:spPr>
        <p:txBody>
          <a:bodyPr vert="horz" wrap="square" lIns="0" tIns="0" rIns="0" bIns="0" rtlCol="0" anchor="b">
            <a:spAutoFit/>
          </a:bodyPr>
          <a:lstStyle>
            <a:defPPr>
              <a:defRPr lang="fr-FR"/>
            </a:defPPr>
            <a:lvl1pPr marL="0" algn="l" defTabSz="914400" rtl="0" eaLnBrk="1" latinLnBrk="0" hangingPunct="1">
              <a:defRPr sz="900" b="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chemeClr val="bg1"/>
                </a:solidFill>
              </a:rPr>
              <a:t>© Ipsos | Caribbean Multichoice | December 2024 | Quality Report  | Version 1 | </a:t>
            </a:r>
          </a:p>
        </p:txBody>
      </p:sp>
      <p:pic>
        <p:nvPicPr>
          <p:cNvPr id="6" name="Ipsos Logo">
            <a:extLst>
              <a:ext uri="{FF2B5EF4-FFF2-40B4-BE49-F238E27FC236}">
                <a16:creationId xmlns:a16="http://schemas.microsoft.com/office/drawing/2014/main" id="{72D43848-10A6-605F-ED59-39D376941CB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63361" y="6173519"/>
            <a:ext cx="492637" cy="446920"/>
          </a:xfrm>
          <a:prstGeom prst="rect">
            <a:avLst/>
          </a:prstGeom>
        </p:spPr>
      </p:pic>
      <p:sp>
        <p:nvSpPr>
          <p:cNvPr id="2" name="TextBox 1">
            <a:extLst>
              <a:ext uri="{FF2B5EF4-FFF2-40B4-BE49-F238E27FC236}">
                <a16:creationId xmlns:a16="http://schemas.microsoft.com/office/drawing/2014/main" id="{80C33847-B16B-B93C-7919-A4415BE5872B}"/>
              </a:ext>
            </a:extLst>
          </p:cNvPr>
          <p:cNvSpPr txBox="1"/>
          <p:nvPr/>
        </p:nvSpPr>
        <p:spPr>
          <a:xfrm>
            <a:off x="111222" y="1898954"/>
            <a:ext cx="4875633" cy="369332"/>
          </a:xfrm>
          <a:prstGeom prst="rect">
            <a:avLst/>
          </a:prstGeom>
        </p:spPr>
        <p:txBody>
          <a:bodyPr vert="horz" wrap="square" lIns="0" tIns="0" rIns="0" bIns="0" rtlCol="0" anchor="t">
            <a:noAutofit/>
          </a:bodyPr>
          <a:lstStyle>
            <a:defPPr>
              <a:defRPr lang="fr-FR"/>
            </a:defPPr>
            <a:lvl1pPr>
              <a:lnSpc>
                <a:spcPct val="90000"/>
              </a:lnSpc>
              <a:spcBef>
                <a:spcPct val="0"/>
              </a:spcBef>
              <a:buNone/>
              <a:defRPr sz="2000" b="1" cap="all" spc="0" baseline="0">
                <a:solidFill>
                  <a:schemeClr val="bg1"/>
                </a:solidFill>
                <a:latin typeface="+mj-lt"/>
                <a:ea typeface="+mj-ea"/>
                <a:cs typeface="+mj-cs"/>
              </a:defRPr>
            </a:lvl1pPr>
          </a:lstStyle>
          <a:p>
            <a:r>
              <a:rPr lang="en-US" sz="3200" dirty="0"/>
              <a:t>QUALITY CONTROL REPORT</a:t>
            </a:r>
          </a:p>
        </p:txBody>
      </p:sp>
    </p:spTree>
    <p:extLst>
      <p:ext uri="{BB962C8B-B14F-4D97-AF65-F5344CB8AC3E}">
        <p14:creationId xmlns:p14="http://schemas.microsoft.com/office/powerpoint/2010/main" val="3664655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4000">
              <a:schemeClr val="accent1">
                <a:lumMod val="35000"/>
              </a:schemeClr>
            </a:gs>
            <a:gs pos="100000">
              <a:schemeClr val="accent1"/>
            </a:gs>
          </a:gsLst>
          <a:lin ang="18600000" scaled="0"/>
        </a:gradFill>
        <a:effectLst/>
      </p:bgPr>
    </p:bg>
    <p:spTree>
      <p:nvGrpSpPr>
        <p:cNvPr id="1" name=""/>
        <p:cNvGrpSpPr/>
        <p:nvPr/>
      </p:nvGrpSpPr>
      <p:grpSpPr>
        <a:xfrm>
          <a:off x="0" y="0"/>
          <a:ext cx="0" cy="0"/>
          <a:chOff x="0" y="0"/>
          <a:chExt cx="0" cy="0"/>
        </a:xfrm>
      </p:grpSpPr>
      <p:sp>
        <p:nvSpPr>
          <p:cNvPr id="6" name="Parallelogram">
            <a:extLst>
              <a:ext uri="{FF2B5EF4-FFF2-40B4-BE49-F238E27FC236}">
                <a16:creationId xmlns:a16="http://schemas.microsoft.com/office/drawing/2014/main" id="{54D29099-CF26-5D2E-38C3-0524C5CBEEA4}"/>
              </a:ext>
              <a:ext uri="{C183D7F6-B498-43B3-948B-1728B52AA6E4}">
                <adec:decorative xmlns:adec="http://schemas.microsoft.com/office/drawing/2017/decorative" val="1"/>
              </a:ext>
            </a:extLst>
          </p:cNvPr>
          <p:cNvSpPr/>
          <p:nvPr/>
        </p:nvSpPr>
        <p:spPr>
          <a:xfrm rot="8100000">
            <a:off x="618671" y="429967"/>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GB" sz="1400" b="0" i="0" u="none" strike="noStrike" kern="1200" cap="none" spc="0" normalizeH="0" baseline="0" noProof="0" dirty="0" err="1">
              <a:ln>
                <a:noFill/>
              </a:ln>
              <a:solidFill>
                <a:prstClr val="black"/>
              </a:solidFill>
              <a:effectLst/>
              <a:uLnTx/>
              <a:uFillTx/>
              <a:latin typeface="Barlow"/>
              <a:ea typeface="+mn-ea"/>
              <a:cs typeface="+mn-cs"/>
            </a:endParaRPr>
          </a:p>
        </p:txBody>
      </p:sp>
      <p:sp>
        <p:nvSpPr>
          <p:cNvPr id="2" name="Rectangle 1">
            <a:extLst>
              <a:ext uri="{FF2B5EF4-FFF2-40B4-BE49-F238E27FC236}">
                <a16:creationId xmlns:a16="http://schemas.microsoft.com/office/drawing/2014/main" id="{880BEE19-9022-8E1E-85A6-E1A1C456A7E8}"/>
              </a:ext>
            </a:extLst>
          </p:cNvPr>
          <p:cNvSpPr/>
          <p:nvPr/>
        </p:nvSpPr>
        <p:spPr>
          <a:xfrm>
            <a:off x="2525123" y="1153879"/>
            <a:ext cx="4615190" cy="5004034"/>
          </a:xfrm>
          <a:prstGeom prst="rect">
            <a:avLst/>
          </a:prstGeom>
          <a:gradFill>
            <a:gsLst>
              <a:gs pos="0">
                <a:schemeClr val="bg2"/>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outerShdw blurRad="50800" dist="76200" dir="5400000" algn="ctr" rotWithShape="0">
              <a:srgbClr val="000000">
                <a:alpha val="43137"/>
              </a:srgbClr>
            </a:outerShdw>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5000"/>
              </a:lnSpc>
              <a:spcBef>
                <a:spcPts val="400"/>
              </a:spcBef>
              <a:spcAft>
                <a:spcPts val="400"/>
              </a:spcAft>
            </a:pPr>
            <a:endParaRPr lang="en-US" sz="1200" dirty="0">
              <a:solidFill>
                <a:schemeClr val="tx1"/>
              </a:solidFill>
              <a:effectLst>
                <a:outerShdw blurRad="63500" dist="203200" dir="5400000" algn="ctr" rotWithShape="0">
                  <a:srgbClr val="000000">
                    <a:alpha val="43137"/>
                  </a:srgbClr>
                </a:outerShdw>
              </a:effectLst>
            </a:endParaRPr>
          </a:p>
        </p:txBody>
      </p:sp>
      <p:sp>
        <p:nvSpPr>
          <p:cNvPr id="5" name="Rectangle 4">
            <a:extLst>
              <a:ext uri="{FF2B5EF4-FFF2-40B4-BE49-F238E27FC236}">
                <a16:creationId xmlns:a16="http://schemas.microsoft.com/office/drawing/2014/main" id="{C2BF65F8-7347-4D9D-7176-16C520CFA25F}"/>
              </a:ext>
            </a:extLst>
          </p:cNvPr>
          <p:cNvSpPr/>
          <p:nvPr/>
        </p:nvSpPr>
        <p:spPr>
          <a:xfrm>
            <a:off x="2511320" y="2880941"/>
            <a:ext cx="3044230" cy="769441"/>
          </a:xfrm>
          <a:prstGeom prst="rect">
            <a:avLst/>
          </a:prstGeom>
          <a:noFill/>
        </p:spPr>
        <p:txBody>
          <a:bodyPr wrap="square" lIns="91440" tIns="45720" rIns="91440" bIns="45720">
            <a:spAutoFit/>
          </a:bodyPr>
          <a:lstStyle/>
          <a:p>
            <a:pPr algn="ctr"/>
            <a:r>
              <a:rPr lang="en-US" sz="4400" b="0" cap="none" spc="0" dirty="0">
                <a:ln w="0"/>
                <a:solidFill>
                  <a:schemeClr val="bg1"/>
                </a:solidFill>
                <a:effectLst>
                  <a:innerShdw blurRad="63500" dist="203200" dir="18900000">
                    <a:prstClr val="black">
                      <a:alpha val="50000"/>
                    </a:prstClr>
                  </a:innerShdw>
                </a:effectLst>
                <a:latin typeface="Aharoni" panose="02010803020104030203" pitchFamily="2" charset="-79"/>
                <a:cs typeface="Aharoni" panose="02010803020104030203" pitchFamily="2" charset="-79"/>
              </a:rPr>
              <a:t>CONTENTS</a:t>
            </a:r>
          </a:p>
        </p:txBody>
      </p:sp>
      <p:cxnSp>
        <p:nvCxnSpPr>
          <p:cNvPr id="9" name="Straight Connector 8">
            <a:extLst>
              <a:ext uri="{FF2B5EF4-FFF2-40B4-BE49-F238E27FC236}">
                <a16:creationId xmlns:a16="http://schemas.microsoft.com/office/drawing/2014/main" id="{D0ABD575-F040-831B-1D6A-BF00CBF96F43}"/>
              </a:ext>
            </a:extLst>
          </p:cNvPr>
          <p:cNvCxnSpPr>
            <a:cxnSpLocks/>
          </p:cNvCxnSpPr>
          <p:nvPr/>
        </p:nvCxnSpPr>
        <p:spPr>
          <a:xfrm>
            <a:off x="6763436" y="1209477"/>
            <a:ext cx="0" cy="4461971"/>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CD16198E-61E8-4B85-EBB9-AF17C5A24E52}"/>
              </a:ext>
            </a:extLst>
          </p:cNvPr>
          <p:cNvSpPr txBox="1"/>
          <p:nvPr/>
        </p:nvSpPr>
        <p:spPr>
          <a:xfrm>
            <a:off x="6288404" y="1468643"/>
            <a:ext cx="418773" cy="380104"/>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2400" b="1" dirty="0">
                <a:solidFill>
                  <a:schemeClr val="bg1"/>
                </a:solidFill>
              </a:rPr>
              <a:t>01</a:t>
            </a:r>
          </a:p>
        </p:txBody>
      </p:sp>
      <p:sp>
        <p:nvSpPr>
          <p:cNvPr id="110" name="TextBox 109">
            <a:extLst>
              <a:ext uri="{FF2B5EF4-FFF2-40B4-BE49-F238E27FC236}">
                <a16:creationId xmlns:a16="http://schemas.microsoft.com/office/drawing/2014/main" id="{B08DE7B4-48BC-48A1-DED3-1FF9153B25A5}"/>
              </a:ext>
            </a:extLst>
          </p:cNvPr>
          <p:cNvSpPr txBox="1"/>
          <p:nvPr/>
        </p:nvSpPr>
        <p:spPr>
          <a:xfrm>
            <a:off x="6272507" y="2247336"/>
            <a:ext cx="418773" cy="380104"/>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2400" b="1" dirty="0">
                <a:solidFill>
                  <a:schemeClr val="bg1"/>
                </a:solidFill>
              </a:rPr>
              <a:t>02</a:t>
            </a:r>
          </a:p>
        </p:txBody>
      </p:sp>
      <p:sp>
        <p:nvSpPr>
          <p:cNvPr id="111" name="TextBox 110">
            <a:extLst>
              <a:ext uri="{FF2B5EF4-FFF2-40B4-BE49-F238E27FC236}">
                <a16:creationId xmlns:a16="http://schemas.microsoft.com/office/drawing/2014/main" id="{887D2B10-42BC-263C-DAAB-C9764DA46B14}"/>
              </a:ext>
            </a:extLst>
          </p:cNvPr>
          <p:cNvSpPr txBox="1"/>
          <p:nvPr/>
        </p:nvSpPr>
        <p:spPr>
          <a:xfrm>
            <a:off x="6295291" y="3150620"/>
            <a:ext cx="418773" cy="380104"/>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2400" b="1" dirty="0">
                <a:solidFill>
                  <a:schemeClr val="bg1"/>
                </a:solidFill>
              </a:rPr>
              <a:t>03</a:t>
            </a:r>
          </a:p>
        </p:txBody>
      </p:sp>
      <p:sp>
        <p:nvSpPr>
          <p:cNvPr id="113" name="TextBox 112">
            <a:extLst>
              <a:ext uri="{FF2B5EF4-FFF2-40B4-BE49-F238E27FC236}">
                <a16:creationId xmlns:a16="http://schemas.microsoft.com/office/drawing/2014/main" id="{A31AC7FF-88E4-6FA6-4C0A-83AA5B06341C}"/>
              </a:ext>
            </a:extLst>
          </p:cNvPr>
          <p:cNvSpPr txBox="1"/>
          <p:nvPr/>
        </p:nvSpPr>
        <p:spPr>
          <a:xfrm>
            <a:off x="6302123" y="4796562"/>
            <a:ext cx="418773" cy="380104"/>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2400" b="1" dirty="0">
                <a:solidFill>
                  <a:schemeClr val="bg1"/>
                </a:solidFill>
              </a:rPr>
              <a:t>05</a:t>
            </a:r>
          </a:p>
        </p:txBody>
      </p:sp>
      <p:sp>
        <p:nvSpPr>
          <p:cNvPr id="114" name="TextBox 113">
            <a:extLst>
              <a:ext uri="{FF2B5EF4-FFF2-40B4-BE49-F238E27FC236}">
                <a16:creationId xmlns:a16="http://schemas.microsoft.com/office/drawing/2014/main" id="{C34C8999-D0E6-84CD-738E-1B4CABFEB538}"/>
              </a:ext>
            </a:extLst>
          </p:cNvPr>
          <p:cNvSpPr txBox="1"/>
          <p:nvPr/>
        </p:nvSpPr>
        <p:spPr>
          <a:xfrm>
            <a:off x="6304089" y="5624310"/>
            <a:ext cx="418773" cy="380104"/>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2400" b="1" dirty="0">
                <a:solidFill>
                  <a:schemeClr val="bg1"/>
                </a:solidFill>
              </a:rPr>
              <a:t>06</a:t>
            </a:r>
          </a:p>
        </p:txBody>
      </p:sp>
      <p:sp>
        <p:nvSpPr>
          <p:cNvPr id="115" name="TextBox 114">
            <a:extLst>
              <a:ext uri="{FF2B5EF4-FFF2-40B4-BE49-F238E27FC236}">
                <a16:creationId xmlns:a16="http://schemas.microsoft.com/office/drawing/2014/main" id="{96D721D5-32B8-51CF-37D7-562ED9A5F940}"/>
              </a:ext>
            </a:extLst>
          </p:cNvPr>
          <p:cNvSpPr txBox="1"/>
          <p:nvPr/>
        </p:nvSpPr>
        <p:spPr>
          <a:xfrm>
            <a:off x="6288404" y="3975827"/>
            <a:ext cx="418773" cy="380104"/>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2400" b="1" dirty="0">
                <a:solidFill>
                  <a:schemeClr val="bg1"/>
                </a:solidFill>
              </a:rPr>
              <a:t>04</a:t>
            </a:r>
          </a:p>
        </p:txBody>
      </p:sp>
      <p:sp>
        <p:nvSpPr>
          <p:cNvPr id="117" name="TextBox 116">
            <a:hlinkClick r:id="rId2" action="ppaction://hlinksldjump"/>
            <a:extLst>
              <a:ext uri="{FF2B5EF4-FFF2-40B4-BE49-F238E27FC236}">
                <a16:creationId xmlns:a16="http://schemas.microsoft.com/office/drawing/2014/main" id="{5401DF49-7C16-DC91-669D-6691B3FBDA14}"/>
              </a:ext>
            </a:extLst>
          </p:cNvPr>
          <p:cNvSpPr txBox="1"/>
          <p:nvPr/>
        </p:nvSpPr>
        <p:spPr>
          <a:xfrm>
            <a:off x="7579797" y="1549960"/>
            <a:ext cx="4229100" cy="342401"/>
          </a:xfrm>
          <a:prstGeom prst="rect">
            <a:avLst/>
          </a:prstGeom>
          <a:noFill/>
          <a:ln>
            <a:solidFill>
              <a:srgbClr val="FFFF00"/>
            </a:solidFill>
          </a:ln>
          <a:effectLst>
            <a:softEdge rad="12700"/>
          </a:effectLst>
        </p:spPr>
        <p:txBody>
          <a:bodyPr wrap="square" lIns="0" tIns="0" rIns="0" bIns="0" rtlCol="0">
            <a:spAutoFit/>
          </a:bodyPr>
          <a:lstStyle/>
          <a:p>
            <a:pPr algn="l">
              <a:lnSpc>
                <a:spcPct val="115000"/>
              </a:lnSpc>
              <a:spcBef>
                <a:spcPts val="400"/>
              </a:spcBef>
              <a:spcAft>
                <a:spcPts val="400"/>
              </a:spcAft>
              <a:buSzPct val="100000"/>
            </a:pPr>
            <a:r>
              <a:rPr lang="en-US" sz="2000" b="1" dirty="0">
                <a:solidFill>
                  <a:schemeClr val="bg1"/>
                </a:solidFill>
                <a:latin typeface="Aharoni" panose="02010803020104030203" pitchFamily="2" charset="-79"/>
                <a:cs typeface="Aharoni" panose="02010803020104030203" pitchFamily="2" charset="-79"/>
                <a:hlinkClick r:id="rId2" action="ppaction://hlinksldjump">
                  <a:extLst>
                    <a:ext uri="{A12FA001-AC4F-418D-AE19-62706E023703}">
                      <ahyp:hlinkClr xmlns:ahyp="http://schemas.microsoft.com/office/drawing/2018/hyperlinkcolor" val="tx"/>
                    </a:ext>
                  </a:extLst>
                </a:hlinkClick>
              </a:rPr>
              <a:t>BACKGROUND &amp; OBJECTIVES</a:t>
            </a:r>
            <a:endParaRPr lang="en-US" sz="2000" b="1" dirty="0">
              <a:solidFill>
                <a:schemeClr val="bg1"/>
              </a:solidFill>
              <a:latin typeface="Aharoni" panose="02010803020104030203" pitchFamily="2" charset="-79"/>
              <a:cs typeface="Aharoni" panose="02010803020104030203" pitchFamily="2" charset="-79"/>
            </a:endParaRPr>
          </a:p>
        </p:txBody>
      </p:sp>
      <p:sp>
        <p:nvSpPr>
          <p:cNvPr id="118" name="TextBox 117">
            <a:extLst>
              <a:ext uri="{FF2B5EF4-FFF2-40B4-BE49-F238E27FC236}">
                <a16:creationId xmlns:a16="http://schemas.microsoft.com/office/drawing/2014/main" id="{D9ECF0E5-E5A3-540A-C3D3-BDF8D68BA149}"/>
              </a:ext>
            </a:extLst>
          </p:cNvPr>
          <p:cNvSpPr txBox="1"/>
          <p:nvPr/>
        </p:nvSpPr>
        <p:spPr>
          <a:xfrm>
            <a:off x="7572110" y="2261350"/>
            <a:ext cx="4100778" cy="410882"/>
          </a:xfrm>
          <a:prstGeom prst="rect">
            <a:avLst/>
          </a:prstGeom>
          <a:noFill/>
          <a:effectLst>
            <a:softEdge rad="12700"/>
          </a:effectLst>
        </p:spPr>
        <p:txBody>
          <a:bodyPr wrap="square" lIns="0" tIns="0" rIns="0" bIns="0" rtlCol="0">
            <a:spAutoFit/>
          </a:bodyPr>
          <a:lstStyle/>
          <a:p>
            <a:pPr algn="l">
              <a:lnSpc>
                <a:spcPct val="115000"/>
              </a:lnSpc>
              <a:spcBef>
                <a:spcPts val="400"/>
              </a:spcBef>
              <a:spcAft>
                <a:spcPts val="400"/>
              </a:spcAft>
              <a:buSzPct val="100000"/>
            </a:pPr>
            <a:r>
              <a:rPr lang="en-US" sz="2000" b="1" dirty="0">
                <a:solidFill>
                  <a:schemeClr val="bg1"/>
                </a:solidFill>
                <a:latin typeface="Aharoni" panose="02010803020104030203" pitchFamily="2" charset="-79"/>
                <a:cs typeface="Aharoni" panose="02010803020104030203" pitchFamily="2" charset="-79"/>
                <a:hlinkClick r:id="rId3" action="ppaction://hlinksldjump">
                  <a:extLst>
                    <a:ext uri="{A12FA001-AC4F-418D-AE19-62706E023703}">
                      <ahyp:hlinkClr xmlns:ahyp="http://schemas.microsoft.com/office/drawing/2018/hyperlinkcolor" val="tx"/>
                    </a:ext>
                  </a:extLst>
                </a:hlinkClick>
              </a:rPr>
              <a:t>METHODOLOGY</a:t>
            </a:r>
            <a:r>
              <a:rPr lang="en-US" sz="2400" b="1" dirty="0">
                <a:solidFill>
                  <a:schemeClr val="bg1"/>
                </a:solidFill>
                <a:latin typeface="Aharoni" panose="02010803020104030203" pitchFamily="2" charset="-79"/>
                <a:cs typeface="Aharoni" panose="02010803020104030203" pitchFamily="2" charset="-79"/>
              </a:rPr>
              <a:t> </a:t>
            </a:r>
          </a:p>
        </p:txBody>
      </p:sp>
      <p:sp>
        <p:nvSpPr>
          <p:cNvPr id="119" name="TextBox 118">
            <a:extLst>
              <a:ext uri="{FF2B5EF4-FFF2-40B4-BE49-F238E27FC236}">
                <a16:creationId xmlns:a16="http://schemas.microsoft.com/office/drawing/2014/main" id="{64632DFB-E8DC-D9AF-C7B6-8F79EE89F180}"/>
              </a:ext>
            </a:extLst>
          </p:cNvPr>
          <p:cNvSpPr txBox="1"/>
          <p:nvPr/>
        </p:nvSpPr>
        <p:spPr>
          <a:xfrm>
            <a:off x="7566130" y="3039762"/>
            <a:ext cx="4229100" cy="342401"/>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000" b="1" dirty="0">
                <a:solidFill>
                  <a:schemeClr val="bg1"/>
                </a:solidFill>
                <a:latin typeface="Aharoni" panose="02010803020104030203" pitchFamily="2" charset="-79"/>
                <a:cs typeface="Aharoni" panose="02010803020104030203" pitchFamily="2" charset="-79"/>
                <a:hlinkClick r:id="rId4" action="ppaction://hlinksldjump">
                  <a:extLst>
                    <a:ext uri="{A12FA001-AC4F-418D-AE19-62706E023703}">
                      <ahyp:hlinkClr xmlns:ahyp="http://schemas.microsoft.com/office/drawing/2018/hyperlinkcolor" val="tx"/>
                    </a:ext>
                  </a:extLst>
                </a:hlinkClick>
              </a:rPr>
              <a:t>QUALITY ASSURANCE</a:t>
            </a:r>
            <a:endParaRPr lang="en-US" sz="2000" b="1" dirty="0">
              <a:solidFill>
                <a:schemeClr val="bg1"/>
              </a:solidFill>
              <a:latin typeface="Aharoni" panose="02010803020104030203" pitchFamily="2" charset="-79"/>
              <a:cs typeface="Aharoni" panose="02010803020104030203" pitchFamily="2" charset="-79"/>
            </a:endParaRPr>
          </a:p>
        </p:txBody>
      </p:sp>
      <p:sp>
        <p:nvSpPr>
          <p:cNvPr id="120" name="TextBox 119">
            <a:extLst>
              <a:ext uri="{FF2B5EF4-FFF2-40B4-BE49-F238E27FC236}">
                <a16:creationId xmlns:a16="http://schemas.microsoft.com/office/drawing/2014/main" id="{D9F7B8DD-A329-1D0C-1617-D7723FE2ED03}"/>
              </a:ext>
            </a:extLst>
          </p:cNvPr>
          <p:cNvSpPr txBox="1"/>
          <p:nvPr/>
        </p:nvSpPr>
        <p:spPr>
          <a:xfrm>
            <a:off x="7579797" y="3915047"/>
            <a:ext cx="4528753" cy="342401"/>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000" b="1" dirty="0">
                <a:solidFill>
                  <a:schemeClr val="bg1"/>
                </a:solidFill>
                <a:latin typeface="Aharoni" panose="02010803020104030203" pitchFamily="2" charset="-79"/>
                <a:cs typeface="Aharoni" panose="02010803020104030203" pitchFamily="2" charset="-79"/>
                <a:hlinkClick r:id="rId5" action="ppaction://hlinksldjump">
                  <a:extLst>
                    <a:ext uri="{A12FA001-AC4F-418D-AE19-62706E023703}">
                      <ahyp:hlinkClr xmlns:ahyp="http://schemas.microsoft.com/office/drawing/2018/hyperlinkcolor" val="tx"/>
                    </a:ext>
                  </a:extLst>
                </a:hlinkClick>
              </a:rPr>
              <a:t>QUALITY CONTROL FINDINGS</a:t>
            </a:r>
            <a:endParaRPr lang="en-US" sz="2000" b="1" dirty="0">
              <a:solidFill>
                <a:schemeClr val="bg1"/>
              </a:solidFill>
              <a:latin typeface="Aharoni" panose="02010803020104030203" pitchFamily="2" charset="-79"/>
              <a:cs typeface="Aharoni" panose="02010803020104030203" pitchFamily="2" charset="-79"/>
            </a:endParaRPr>
          </a:p>
        </p:txBody>
      </p:sp>
      <p:sp>
        <p:nvSpPr>
          <p:cNvPr id="121" name="TextBox 120">
            <a:hlinkClick r:id="rId6" action="ppaction://hlinksldjump"/>
            <a:extLst>
              <a:ext uri="{FF2B5EF4-FFF2-40B4-BE49-F238E27FC236}">
                <a16:creationId xmlns:a16="http://schemas.microsoft.com/office/drawing/2014/main" id="{4B8E301D-57F7-3068-E7CC-456A2F4AA923}"/>
              </a:ext>
            </a:extLst>
          </p:cNvPr>
          <p:cNvSpPr txBox="1"/>
          <p:nvPr/>
        </p:nvSpPr>
        <p:spPr>
          <a:xfrm>
            <a:off x="7579797" y="4761972"/>
            <a:ext cx="4229100" cy="342401"/>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000" b="1" dirty="0">
                <a:solidFill>
                  <a:schemeClr val="bg1"/>
                </a:solidFill>
                <a:latin typeface="Aharoni" panose="02010803020104030203" pitchFamily="2" charset="-79"/>
                <a:cs typeface="Aharoni" panose="02010803020104030203" pitchFamily="2" charset="-79"/>
                <a:hlinkClick r:id="rId6" action="ppaction://hlinksldjump">
                  <a:extLst>
                    <a:ext uri="{A12FA001-AC4F-418D-AE19-62706E023703}">
                      <ahyp:hlinkClr xmlns:ahyp="http://schemas.microsoft.com/office/drawing/2018/hyperlinkcolor" val="tx"/>
                    </a:ext>
                  </a:extLst>
                </a:hlinkClick>
              </a:rPr>
              <a:t>CHALLENGES</a:t>
            </a:r>
            <a:endParaRPr lang="en-US" sz="2000" b="1" dirty="0">
              <a:solidFill>
                <a:schemeClr val="bg1"/>
              </a:solidFill>
              <a:latin typeface="Aharoni" panose="02010803020104030203" pitchFamily="2" charset="-79"/>
              <a:cs typeface="Aharoni" panose="02010803020104030203" pitchFamily="2" charset="-79"/>
            </a:endParaRPr>
          </a:p>
        </p:txBody>
      </p:sp>
      <p:sp>
        <p:nvSpPr>
          <p:cNvPr id="122" name="TextBox 121">
            <a:extLst>
              <a:ext uri="{FF2B5EF4-FFF2-40B4-BE49-F238E27FC236}">
                <a16:creationId xmlns:a16="http://schemas.microsoft.com/office/drawing/2014/main" id="{15D2532D-E2FC-4260-9F66-6E222DC6B0C4}"/>
              </a:ext>
            </a:extLst>
          </p:cNvPr>
          <p:cNvSpPr txBox="1"/>
          <p:nvPr/>
        </p:nvSpPr>
        <p:spPr>
          <a:xfrm>
            <a:off x="7638714" y="5658521"/>
            <a:ext cx="4229100" cy="342401"/>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000" b="1" dirty="0">
                <a:solidFill>
                  <a:schemeClr val="bg1"/>
                </a:solidFill>
                <a:latin typeface="Aharoni" panose="02010803020104030203" pitchFamily="2" charset="-79"/>
                <a:cs typeface="Aharoni" panose="02010803020104030203" pitchFamily="2" charset="-79"/>
                <a:hlinkClick r:id="rId7" action="ppaction://hlinksldjump">
                  <a:extLst>
                    <a:ext uri="{A12FA001-AC4F-418D-AE19-62706E023703}">
                      <ahyp:hlinkClr xmlns:ahyp="http://schemas.microsoft.com/office/drawing/2018/hyperlinkcolor" val="tx"/>
                    </a:ext>
                  </a:extLst>
                </a:hlinkClick>
              </a:rPr>
              <a:t>RECOMMENDATION</a:t>
            </a:r>
            <a:r>
              <a:rPr lang="en-US" sz="2000" b="1" dirty="0">
                <a:solidFill>
                  <a:schemeClr val="bg1"/>
                </a:solidFill>
                <a:latin typeface="Aharoni" panose="02010803020104030203" pitchFamily="2" charset="-79"/>
                <a:cs typeface="Aharoni" panose="02010803020104030203" pitchFamily="2" charset="-79"/>
              </a:rPr>
              <a:t>S</a:t>
            </a:r>
          </a:p>
        </p:txBody>
      </p:sp>
      <p:grpSp>
        <p:nvGrpSpPr>
          <p:cNvPr id="57" name="Group 56">
            <a:extLst>
              <a:ext uri="{FF2B5EF4-FFF2-40B4-BE49-F238E27FC236}">
                <a16:creationId xmlns:a16="http://schemas.microsoft.com/office/drawing/2014/main" id="{D2207F4D-3952-6889-E568-1C88744B1864}"/>
              </a:ext>
            </a:extLst>
          </p:cNvPr>
          <p:cNvGrpSpPr/>
          <p:nvPr/>
        </p:nvGrpSpPr>
        <p:grpSpPr>
          <a:xfrm>
            <a:off x="5468958" y="1209477"/>
            <a:ext cx="1926756" cy="768173"/>
            <a:chOff x="5468958" y="1209477"/>
            <a:chExt cx="1926756" cy="768173"/>
          </a:xfrm>
          <a:solidFill>
            <a:schemeClr val="accent2">
              <a:lumMod val="75000"/>
            </a:schemeClr>
          </a:solidFill>
        </p:grpSpPr>
        <p:sp>
          <p:nvSpPr>
            <p:cNvPr id="99" name="Freeform: Shape 98">
              <a:extLst>
                <a:ext uri="{FF2B5EF4-FFF2-40B4-BE49-F238E27FC236}">
                  <a16:creationId xmlns:a16="http://schemas.microsoft.com/office/drawing/2014/main" id="{101D117B-FA82-DC42-19B7-412D63C97B1F}"/>
                </a:ext>
              </a:extLst>
            </p:cNvPr>
            <p:cNvSpPr/>
            <p:nvPr/>
          </p:nvSpPr>
          <p:spPr>
            <a:xfrm>
              <a:off x="5468958" y="1209477"/>
              <a:ext cx="1926756" cy="768173"/>
            </a:xfrm>
            <a:custGeom>
              <a:avLst/>
              <a:gdLst>
                <a:gd name="connsiteX0" fmla="*/ 626021 w 1840459"/>
                <a:gd name="connsiteY0" fmla="*/ 194152 h 751365"/>
                <a:gd name="connsiteX1" fmla="*/ 626021 w 1840459"/>
                <a:gd name="connsiteY1" fmla="*/ 194153 h 751365"/>
                <a:gd name="connsiteX2" fmla="*/ 1840459 w 1840459"/>
                <a:gd name="connsiteY2" fmla="*/ 194154 h 751365"/>
                <a:gd name="connsiteX3" fmla="*/ 1840459 w 1840459"/>
                <a:gd name="connsiteY3" fmla="*/ 751365 h 751365"/>
                <a:gd name="connsiteX4" fmla="*/ 626020 w 1840459"/>
                <a:gd name="connsiteY4" fmla="*/ 751365 h 751365"/>
                <a:gd name="connsiteX5" fmla="*/ 626020 w 1840459"/>
                <a:gd name="connsiteY5" fmla="*/ 751363 h 751365"/>
                <a:gd name="connsiteX6" fmla="*/ 0 w 1840459"/>
                <a:gd name="connsiteY6" fmla="*/ 472758 h 751365"/>
                <a:gd name="connsiteX7" fmla="*/ 1626145 w 1840459"/>
                <a:gd name="connsiteY7" fmla="*/ 0 h 751365"/>
                <a:gd name="connsiteX8" fmla="*/ 1840458 w 1840459"/>
                <a:gd name="connsiteY8" fmla="*/ 194151 h 751365"/>
                <a:gd name="connsiteX9" fmla="*/ 1626145 w 1840459"/>
                <a:gd name="connsiteY9" fmla="*/ 194151 h 75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0459" h="751365">
                  <a:moveTo>
                    <a:pt x="626021" y="194152"/>
                  </a:moveTo>
                  <a:lnTo>
                    <a:pt x="626021" y="194153"/>
                  </a:lnTo>
                  <a:lnTo>
                    <a:pt x="1840459" y="194154"/>
                  </a:lnTo>
                  <a:lnTo>
                    <a:pt x="1840459" y="751365"/>
                  </a:lnTo>
                  <a:lnTo>
                    <a:pt x="626020" y="751365"/>
                  </a:lnTo>
                  <a:lnTo>
                    <a:pt x="626020" y="751363"/>
                  </a:lnTo>
                  <a:lnTo>
                    <a:pt x="0" y="472758"/>
                  </a:lnTo>
                  <a:close/>
                  <a:moveTo>
                    <a:pt x="1626145" y="0"/>
                  </a:moveTo>
                  <a:lnTo>
                    <a:pt x="1840458" y="194151"/>
                  </a:lnTo>
                  <a:lnTo>
                    <a:pt x="1626145" y="19415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5000"/>
                </a:lnSpc>
                <a:spcBef>
                  <a:spcPts val="400"/>
                </a:spcBef>
                <a:spcAft>
                  <a:spcPts val="400"/>
                </a:spcAft>
              </a:pPr>
              <a:endParaRPr lang="en-US" sz="1200" dirty="0">
                <a:solidFill>
                  <a:schemeClr val="tx1"/>
                </a:solidFill>
              </a:endParaRPr>
            </a:p>
          </p:txBody>
        </p:sp>
        <p:grpSp>
          <p:nvGrpSpPr>
            <p:cNvPr id="31" name="Group 30">
              <a:extLst>
                <a:ext uri="{FF2B5EF4-FFF2-40B4-BE49-F238E27FC236}">
                  <a16:creationId xmlns:a16="http://schemas.microsoft.com/office/drawing/2014/main" id="{1E0878C7-67C2-D063-3424-59A4D826321F}"/>
                </a:ext>
              </a:extLst>
            </p:cNvPr>
            <p:cNvGrpSpPr/>
            <p:nvPr/>
          </p:nvGrpSpPr>
          <p:grpSpPr>
            <a:xfrm>
              <a:off x="5611099" y="1505984"/>
              <a:ext cx="1773382" cy="355950"/>
              <a:chOff x="8617527" y="508351"/>
              <a:chExt cx="1773382" cy="355950"/>
            </a:xfrm>
            <a:grpFill/>
          </p:grpSpPr>
          <p:cxnSp>
            <p:nvCxnSpPr>
              <p:cNvPr id="19" name="Straight Connector 18">
                <a:extLst>
                  <a:ext uri="{FF2B5EF4-FFF2-40B4-BE49-F238E27FC236}">
                    <a16:creationId xmlns:a16="http://schemas.microsoft.com/office/drawing/2014/main" id="{15EFBAEF-611E-364A-5882-25B4A422546D}"/>
                  </a:ext>
                </a:extLst>
              </p:cNvPr>
              <p:cNvCxnSpPr>
                <a:cxnSpLocks/>
              </p:cNvCxnSpPr>
              <p:nvPr/>
            </p:nvCxnSpPr>
            <p:spPr>
              <a:xfrm>
                <a:off x="9221527" y="508351"/>
                <a:ext cx="1169382" cy="0"/>
              </a:xfrm>
              <a:prstGeom prst="line">
                <a:avLst/>
              </a:prstGeom>
              <a:grpFill/>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C8BF15E-554F-841A-0E00-4BDC26FA00A3}"/>
                  </a:ext>
                </a:extLst>
              </p:cNvPr>
              <p:cNvCxnSpPr>
                <a:cxnSpLocks/>
              </p:cNvCxnSpPr>
              <p:nvPr/>
            </p:nvCxnSpPr>
            <p:spPr>
              <a:xfrm>
                <a:off x="9204025" y="864301"/>
                <a:ext cx="1169382" cy="0"/>
              </a:xfrm>
              <a:prstGeom prst="line">
                <a:avLst/>
              </a:prstGeom>
              <a:grpFill/>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C9D0AE2-2727-8C21-6CCF-A1F8AB83940A}"/>
                  </a:ext>
                </a:extLst>
              </p:cNvPr>
              <p:cNvCxnSpPr>
                <a:cxnSpLocks/>
              </p:cNvCxnSpPr>
              <p:nvPr/>
            </p:nvCxnSpPr>
            <p:spPr>
              <a:xfrm flipV="1">
                <a:off x="8617527" y="508351"/>
                <a:ext cx="678873" cy="182769"/>
              </a:xfrm>
              <a:prstGeom prst="line">
                <a:avLst/>
              </a:prstGeom>
              <a:grpFill/>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FE61199-C19D-8839-6E11-CBEB9CC48568}"/>
                  </a:ext>
                </a:extLst>
              </p:cNvPr>
              <p:cNvCxnSpPr>
                <a:cxnSpLocks/>
              </p:cNvCxnSpPr>
              <p:nvPr/>
            </p:nvCxnSpPr>
            <p:spPr>
              <a:xfrm>
                <a:off x="8617527" y="694041"/>
                <a:ext cx="678873" cy="170260"/>
              </a:xfrm>
              <a:prstGeom prst="line">
                <a:avLst/>
              </a:prstGeom>
              <a:grpFill/>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58" name="Group 57">
            <a:extLst>
              <a:ext uri="{FF2B5EF4-FFF2-40B4-BE49-F238E27FC236}">
                <a16:creationId xmlns:a16="http://schemas.microsoft.com/office/drawing/2014/main" id="{31751E52-E319-4B2B-4B5A-AFA1D0FA1549}"/>
              </a:ext>
            </a:extLst>
          </p:cNvPr>
          <p:cNvGrpSpPr/>
          <p:nvPr/>
        </p:nvGrpSpPr>
        <p:grpSpPr>
          <a:xfrm>
            <a:off x="5468958" y="1977651"/>
            <a:ext cx="1893398" cy="738320"/>
            <a:chOff x="5468958" y="1977651"/>
            <a:chExt cx="1893398" cy="738320"/>
          </a:xfrm>
        </p:grpSpPr>
        <p:sp>
          <p:nvSpPr>
            <p:cNvPr id="104" name="Freeform: Shape 103">
              <a:extLst>
                <a:ext uri="{FF2B5EF4-FFF2-40B4-BE49-F238E27FC236}">
                  <a16:creationId xmlns:a16="http://schemas.microsoft.com/office/drawing/2014/main" id="{D83A09BA-F114-0862-ECDF-3019E3EFE5AA}"/>
                </a:ext>
              </a:extLst>
            </p:cNvPr>
            <p:cNvSpPr/>
            <p:nvPr/>
          </p:nvSpPr>
          <p:spPr>
            <a:xfrm>
              <a:off x="5468958" y="1977651"/>
              <a:ext cx="1872334" cy="738320"/>
            </a:xfrm>
            <a:custGeom>
              <a:avLst/>
              <a:gdLst>
                <a:gd name="connsiteX0" fmla="*/ 626021 w 1840459"/>
                <a:gd name="connsiteY0" fmla="*/ 194152 h 751365"/>
                <a:gd name="connsiteX1" fmla="*/ 626021 w 1840459"/>
                <a:gd name="connsiteY1" fmla="*/ 194153 h 751365"/>
                <a:gd name="connsiteX2" fmla="*/ 1840459 w 1840459"/>
                <a:gd name="connsiteY2" fmla="*/ 194154 h 751365"/>
                <a:gd name="connsiteX3" fmla="*/ 1840459 w 1840459"/>
                <a:gd name="connsiteY3" fmla="*/ 751365 h 751365"/>
                <a:gd name="connsiteX4" fmla="*/ 626020 w 1840459"/>
                <a:gd name="connsiteY4" fmla="*/ 751365 h 751365"/>
                <a:gd name="connsiteX5" fmla="*/ 626020 w 1840459"/>
                <a:gd name="connsiteY5" fmla="*/ 751363 h 751365"/>
                <a:gd name="connsiteX6" fmla="*/ 0 w 1840459"/>
                <a:gd name="connsiteY6" fmla="*/ 472758 h 751365"/>
                <a:gd name="connsiteX7" fmla="*/ 1626145 w 1840459"/>
                <a:gd name="connsiteY7" fmla="*/ 0 h 751365"/>
                <a:gd name="connsiteX8" fmla="*/ 1840458 w 1840459"/>
                <a:gd name="connsiteY8" fmla="*/ 194151 h 751365"/>
                <a:gd name="connsiteX9" fmla="*/ 1626145 w 1840459"/>
                <a:gd name="connsiteY9" fmla="*/ 194151 h 75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0459" h="751365">
                  <a:moveTo>
                    <a:pt x="626021" y="194152"/>
                  </a:moveTo>
                  <a:lnTo>
                    <a:pt x="626021" y="194153"/>
                  </a:lnTo>
                  <a:lnTo>
                    <a:pt x="1840459" y="194154"/>
                  </a:lnTo>
                  <a:lnTo>
                    <a:pt x="1840459" y="751365"/>
                  </a:lnTo>
                  <a:lnTo>
                    <a:pt x="626020" y="751365"/>
                  </a:lnTo>
                  <a:lnTo>
                    <a:pt x="626020" y="751363"/>
                  </a:lnTo>
                  <a:lnTo>
                    <a:pt x="0" y="472758"/>
                  </a:lnTo>
                  <a:close/>
                  <a:moveTo>
                    <a:pt x="1626145" y="0"/>
                  </a:moveTo>
                  <a:lnTo>
                    <a:pt x="1840458" y="194151"/>
                  </a:lnTo>
                  <a:lnTo>
                    <a:pt x="1626145" y="194151"/>
                  </a:lnTo>
                  <a:close/>
                </a:path>
              </a:pathLst>
            </a:cu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5000"/>
                </a:lnSpc>
                <a:spcBef>
                  <a:spcPts val="400"/>
                </a:spcBef>
                <a:spcAft>
                  <a:spcPts val="400"/>
                </a:spcAft>
              </a:pPr>
              <a:endParaRPr lang="en-US" sz="1200" dirty="0">
                <a:solidFill>
                  <a:schemeClr val="tx1"/>
                </a:solidFill>
              </a:endParaRPr>
            </a:p>
          </p:txBody>
        </p:sp>
        <p:grpSp>
          <p:nvGrpSpPr>
            <p:cNvPr id="32" name="Group 31">
              <a:extLst>
                <a:ext uri="{FF2B5EF4-FFF2-40B4-BE49-F238E27FC236}">
                  <a16:creationId xmlns:a16="http://schemas.microsoft.com/office/drawing/2014/main" id="{FAF39477-B48B-B5E9-FF4E-9BA825CAA723}"/>
                </a:ext>
              </a:extLst>
            </p:cNvPr>
            <p:cNvGrpSpPr/>
            <p:nvPr/>
          </p:nvGrpSpPr>
          <p:grpSpPr>
            <a:xfrm>
              <a:off x="5588974" y="2253699"/>
              <a:ext cx="1773382" cy="355950"/>
              <a:chOff x="8617527" y="508351"/>
              <a:chExt cx="1773382" cy="355950"/>
            </a:xfrm>
          </p:grpSpPr>
          <p:cxnSp>
            <p:nvCxnSpPr>
              <p:cNvPr id="33" name="Straight Connector 32">
                <a:extLst>
                  <a:ext uri="{FF2B5EF4-FFF2-40B4-BE49-F238E27FC236}">
                    <a16:creationId xmlns:a16="http://schemas.microsoft.com/office/drawing/2014/main" id="{DA505EC7-E6AF-A07C-2B98-4E57223B24FD}"/>
                  </a:ext>
                </a:extLst>
              </p:cNvPr>
              <p:cNvCxnSpPr>
                <a:cxnSpLocks/>
              </p:cNvCxnSpPr>
              <p:nvPr/>
            </p:nvCxnSpPr>
            <p:spPr>
              <a:xfrm>
                <a:off x="9221527" y="50835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E1E6EDE-45CA-FDF1-43CC-C7D452FC3E73}"/>
                  </a:ext>
                </a:extLst>
              </p:cNvPr>
              <p:cNvCxnSpPr>
                <a:cxnSpLocks/>
              </p:cNvCxnSpPr>
              <p:nvPr/>
            </p:nvCxnSpPr>
            <p:spPr>
              <a:xfrm>
                <a:off x="9204025" y="86430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28E52F2-C8F2-DE6D-9F18-761FF77C8221}"/>
                  </a:ext>
                </a:extLst>
              </p:cNvPr>
              <p:cNvCxnSpPr>
                <a:cxnSpLocks/>
              </p:cNvCxnSpPr>
              <p:nvPr/>
            </p:nvCxnSpPr>
            <p:spPr>
              <a:xfrm flipV="1">
                <a:off x="8617527" y="508351"/>
                <a:ext cx="678873" cy="18276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08B886-0770-6263-B642-53F325120F96}"/>
                  </a:ext>
                </a:extLst>
              </p:cNvPr>
              <p:cNvCxnSpPr>
                <a:cxnSpLocks/>
              </p:cNvCxnSpPr>
              <p:nvPr/>
            </p:nvCxnSpPr>
            <p:spPr>
              <a:xfrm>
                <a:off x="8617527" y="694041"/>
                <a:ext cx="678873" cy="17026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59" name="Group 58">
            <a:extLst>
              <a:ext uri="{FF2B5EF4-FFF2-40B4-BE49-F238E27FC236}">
                <a16:creationId xmlns:a16="http://schemas.microsoft.com/office/drawing/2014/main" id="{E1D463E8-F1B1-96BB-04BF-FF7FAF88E167}"/>
              </a:ext>
            </a:extLst>
          </p:cNvPr>
          <p:cNvGrpSpPr/>
          <p:nvPr/>
        </p:nvGrpSpPr>
        <p:grpSpPr>
          <a:xfrm>
            <a:off x="5468958" y="2819111"/>
            <a:ext cx="1880741" cy="792436"/>
            <a:chOff x="5468958" y="2819111"/>
            <a:chExt cx="1880741" cy="792436"/>
          </a:xfrm>
        </p:grpSpPr>
        <p:sp>
          <p:nvSpPr>
            <p:cNvPr id="105" name="Freeform: Shape 104">
              <a:extLst>
                <a:ext uri="{FF2B5EF4-FFF2-40B4-BE49-F238E27FC236}">
                  <a16:creationId xmlns:a16="http://schemas.microsoft.com/office/drawing/2014/main" id="{A9C7B849-6F7E-FECA-B666-427DCD593120}"/>
                </a:ext>
              </a:extLst>
            </p:cNvPr>
            <p:cNvSpPr/>
            <p:nvPr/>
          </p:nvSpPr>
          <p:spPr>
            <a:xfrm>
              <a:off x="5468958" y="2819111"/>
              <a:ext cx="1880741" cy="792436"/>
            </a:xfrm>
            <a:custGeom>
              <a:avLst/>
              <a:gdLst>
                <a:gd name="connsiteX0" fmla="*/ 626021 w 1840459"/>
                <a:gd name="connsiteY0" fmla="*/ 194152 h 751365"/>
                <a:gd name="connsiteX1" fmla="*/ 626021 w 1840459"/>
                <a:gd name="connsiteY1" fmla="*/ 194153 h 751365"/>
                <a:gd name="connsiteX2" fmla="*/ 1840459 w 1840459"/>
                <a:gd name="connsiteY2" fmla="*/ 194154 h 751365"/>
                <a:gd name="connsiteX3" fmla="*/ 1840459 w 1840459"/>
                <a:gd name="connsiteY3" fmla="*/ 751365 h 751365"/>
                <a:gd name="connsiteX4" fmla="*/ 626020 w 1840459"/>
                <a:gd name="connsiteY4" fmla="*/ 751365 h 751365"/>
                <a:gd name="connsiteX5" fmla="*/ 626020 w 1840459"/>
                <a:gd name="connsiteY5" fmla="*/ 751363 h 751365"/>
                <a:gd name="connsiteX6" fmla="*/ 0 w 1840459"/>
                <a:gd name="connsiteY6" fmla="*/ 472758 h 751365"/>
                <a:gd name="connsiteX7" fmla="*/ 1626145 w 1840459"/>
                <a:gd name="connsiteY7" fmla="*/ 0 h 751365"/>
                <a:gd name="connsiteX8" fmla="*/ 1840458 w 1840459"/>
                <a:gd name="connsiteY8" fmla="*/ 194151 h 751365"/>
                <a:gd name="connsiteX9" fmla="*/ 1626145 w 1840459"/>
                <a:gd name="connsiteY9" fmla="*/ 194151 h 75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0459" h="751365">
                  <a:moveTo>
                    <a:pt x="626021" y="194152"/>
                  </a:moveTo>
                  <a:lnTo>
                    <a:pt x="626021" y="194153"/>
                  </a:lnTo>
                  <a:lnTo>
                    <a:pt x="1840459" y="194154"/>
                  </a:lnTo>
                  <a:lnTo>
                    <a:pt x="1840459" y="751365"/>
                  </a:lnTo>
                  <a:lnTo>
                    <a:pt x="626020" y="751365"/>
                  </a:lnTo>
                  <a:lnTo>
                    <a:pt x="626020" y="751363"/>
                  </a:lnTo>
                  <a:lnTo>
                    <a:pt x="0" y="472758"/>
                  </a:lnTo>
                  <a:close/>
                  <a:moveTo>
                    <a:pt x="1626145" y="0"/>
                  </a:moveTo>
                  <a:lnTo>
                    <a:pt x="1840458" y="194151"/>
                  </a:lnTo>
                  <a:lnTo>
                    <a:pt x="1626145" y="194151"/>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5000"/>
                </a:lnSpc>
                <a:spcBef>
                  <a:spcPts val="400"/>
                </a:spcBef>
                <a:spcAft>
                  <a:spcPts val="400"/>
                </a:spcAft>
              </a:pPr>
              <a:endParaRPr lang="en-US" sz="1200" dirty="0">
                <a:solidFill>
                  <a:schemeClr val="tx1"/>
                </a:solidFill>
              </a:endParaRPr>
            </a:p>
          </p:txBody>
        </p:sp>
        <p:grpSp>
          <p:nvGrpSpPr>
            <p:cNvPr id="37" name="Group 36">
              <a:extLst>
                <a:ext uri="{FF2B5EF4-FFF2-40B4-BE49-F238E27FC236}">
                  <a16:creationId xmlns:a16="http://schemas.microsoft.com/office/drawing/2014/main" id="{C501156F-F229-A04D-8E6E-F4AF376ED56B}"/>
                </a:ext>
              </a:extLst>
            </p:cNvPr>
            <p:cNvGrpSpPr/>
            <p:nvPr/>
          </p:nvGrpSpPr>
          <p:grpSpPr>
            <a:xfrm>
              <a:off x="5576317" y="3139967"/>
              <a:ext cx="1773382" cy="355950"/>
              <a:chOff x="8617527" y="508351"/>
              <a:chExt cx="1773382" cy="355950"/>
            </a:xfrm>
          </p:grpSpPr>
          <p:cxnSp>
            <p:nvCxnSpPr>
              <p:cNvPr id="38" name="Straight Connector 37">
                <a:extLst>
                  <a:ext uri="{FF2B5EF4-FFF2-40B4-BE49-F238E27FC236}">
                    <a16:creationId xmlns:a16="http://schemas.microsoft.com/office/drawing/2014/main" id="{0215A2A6-6811-09D5-8102-7CD8E91092E4}"/>
                  </a:ext>
                </a:extLst>
              </p:cNvPr>
              <p:cNvCxnSpPr>
                <a:cxnSpLocks/>
              </p:cNvCxnSpPr>
              <p:nvPr/>
            </p:nvCxnSpPr>
            <p:spPr>
              <a:xfrm>
                <a:off x="9221527" y="50835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B20061-4D43-2558-FD98-AA25DC510C9A}"/>
                  </a:ext>
                </a:extLst>
              </p:cNvPr>
              <p:cNvCxnSpPr>
                <a:cxnSpLocks/>
              </p:cNvCxnSpPr>
              <p:nvPr/>
            </p:nvCxnSpPr>
            <p:spPr>
              <a:xfrm>
                <a:off x="9204025" y="86430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2D4A1E1-A1C5-2B6D-4962-F2AFB3160C59}"/>
                  </a:ext>
                </a:extLst>
              </p:cNvPr>
              <p:cNvCxnSpPr>
                <a:cxnSpLocks/>
              </p:cNvCxnSpPr>
              <p:nvPr/>
            </p:nvCxnSpPr>
            <p:spPr>
              <a:xfrm flipV="1">
                <a:off x="8617527" y="508351"/>
                <a:ext cx="678873" cy="18276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7026765-82B2-88AF-6C97-8786BA900CB6}"/>
                  </a:ext>
                </a:extLst>
              </p:cNvPr>
              <p:cNvCxnSpPr>
                <a:cxnSpLocks/>
              </p:cNvCxnSpPr>
              <p:nvPr/>
            </p:nvCxnSpPr>
            <p:spPr>
              <a:xfrm>
                <a:off x="8617527" y="694041"/>
                <a:ext cx="678873" cy="17026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60" name="Group 59">
            <a:extLst>
              <a:ext uri="{FF2B5EF4-FFF2-40B4-BE49-F238E27FC236}">
                <a16:creationId xmlns:a16="http://schemas.microsoft.com/office/drawing/2014/main" id="{B4095409-CB75-6D4C-2F86-E3F784BF9DCF}"/>
              </a:ext>
            </a:extLst>
          </p:cNvPr>
          <p:cNvGrpSpPr/>
          <p:nvPr/>
        </p:nvGrpSpPr>
        <p:grpSpPr>
          <a:xfrm>
            <a:off x="5468958" y="3703367"/>
            <a:ext cx="1912948" cy="749642"/>
            <a:chOff x="5468958" y="3703367"/>
            <a:chExt cx="1912948" cy="749642"/>
          </a:xfrm>
        </p:grpSpPr>
        <p:sp>
          <p:nvSpPr>
            <p:cNvPr id="106" name="Freeform: Shape 105">
              <a:extLst>
                <a:ext uri="{FF2B5EF4-FFF2-40B4-BE49-F238E27FC236}">
                  <a16:creationId xmlns:a16="http://schemas.microsoft.com/office/drawing/2014/main" id="{CFAE81C3-BCB5-2984-7DB0-F3B0E602A5BC}"/>
                </a:ext>
              </a:extLst>
            </p:cNvPr>
            <p:cNvSpPr/>
            <p:nvPr/>
          </p:nvSpPr>
          <p:spPr>
            <a:xfrm>
              <a:off x="5468958" y="3703367"/>
              <a:ext cx="1880741" cy="749642"/>
            </a:xfrm>
            <a:custGeom>
              <a:avLst/>
              <a:gdLst>
                <a:gd name="connsiteX0" fmla="*/ 626021 w 1840459"/>
                <a:gd name="connsiteY0" fmla="*/ 194152 h 751365"/>
                <a:gd name="connsiteX1" fmla="*/ 626021 w 1840459"/>
                <a:gd name="connsiteY1" fmla="*/ 194153 h 751365"/>
                <a:gd name="connsiteX2" fmla="*/ 1840459 w 1840459"/>
                <a:gd name="connsiteY2" fmla="*/ 194154 h 751365"/>
                <a:gd name="connsiteX3" fmla="*/ 1840459 w 1840459"/>
                <a:gd name="connsiteY3" fmla="*/ 751365 h 751365"/>
                <a:gd name="connsiteX4" fmla="*/ 626020 w 1840459"/>
                <a:gd name="connsiteY4" fmla="*/ 751365 h 751365"/>
                <a:gd name="connsiteX5" fmla="*/ 626020 w 1840459"/>
                <a:gd name="connsiteY5" fmla="*/ 751363 h 751365"/>
                <a:gd name="connsiteX6" fmla="*/ 0 w 1840459"/>
                <a:gd name="connsiteY6" fmla="*/ 472758 h 751365"/>
                <a:gd name="connsiteX7" fmla="*/ 1626145 w 1840459"/>
                <a:gd name="connsiteY7" fmla="*/ 0 h 751365"/>
                <a:gd name="connsiteX8" fmla="*/ 1840458 w 1840459"/>
                <a:gd name="connsiteY8" fmla="*/ 194151 h 751365"/>
                <a:gd name="connsiteX9" fmla="*/ 1626145 w 1840459"/>
                <a:gd name="connsiteY9" fmla="*/ 194151 h 75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0459" h="751365">
                  <a:moveTo>
                    <a:pt x="626021" y="194152"/>
                  </a:moveTo>
                  <a:lnTo>
                    <a:pt x="626021" y="194153"/>
                  </a:lnTo>
                  <a:lnTo>
                    <a:pt x="1840459" y="194154"/>
                  </a:lnTo>
                  <a:lnTo>
                    <a:pt x="1840459" y="751365"/>
                  </a:lnTo>
                  <a:lnTo>
                    <a:pt x="626020" y="751365"/>
                  </a:lnTo>
                  <a:lnTo>
                    <a:pt x="626020" y="751363"/>
                  </a:lnTo>
                  <a:lnTo>
                    <a:pt x="0" y="472758"/>
                  </a:lnTo>
                  <a:close/>
                  <a:moveTo>
                    <a:pt x="1626145" y="0"/>
                  </a:moveTo>
                  <a:lnTo>
                    <a:pt x="1840458" y="194151"/>
                  </a:lnTo>
                  <a:lnTo>
                    <a:pt x="1626145" y="194151"/>
                  </a:lnTo>
                  <a:close/>
                </a:path>
              </a:pathLst>
            </a:cu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5000"/>
                </a:lnSpc>
                <a:spcBef>
                  <a:spcPts val="400"/>
                </a:spcBef>
                <a:spcAft>
                  <a:spcPts val="400"/>
                </a:spcAft>
              </a:pPr>
              <a:endParaRPr lang="en-US" sz="1200" dirty="0">
                <a:solidFill>
                  <a:schemeClr val="tx1"/>
                </a:solidFill>
              </a:endParaRPr>
            </a:p>
          </p:txBody>
        </p:sp>
        <p:grpSp>
          <p:nvGrpSpPr>
            <p:cNvPr id="42" name="Group 41">
              <a:extLst>
                <a:ext uri="{FF2B5EF4-FFF2-40B4-BE49-F238E27FC236}">
                  <a16:creationId xmlns:a16="http://schemas.microsoft.com/office/drawing/2014/main" id="{8DD416E1-A449-B630-2D51-7FC894EFD332}"/>
                </a:ext>
              </a:extLst>
            </p:cNvPr>
            <p:cNvGrpSpPr/>
            <p:nvPr/>
          </p:nvGrpSpPr>
          <p:grpSpPr>
            <a:xfrm>
              <a:off x="5608524" y="3987904"/>
              <a:ext cx="1773382" cy="355950"/>
              <a:chOff x="8617527" y="508351"/>
              <a:chExt cx="1773382" cy="355950"/>
            </a:xfrm>
          </p:grpSpPr>
          <p:cxnSp>
            <p:nvCxnSpPr>
              <p:cNvPr id="43" name="Straight Connector 42">
                <a:extLst>
                  <a:ext uri="{FF2B5EF4-FFF2-40B4-BE49-F238E27FC236}">
                    <a16:creationId xmlns:a16="http://schemas.microsoft.com/office/drawing/2014/main" id="{0812837A-A699-7205-641F-A67D2F670F8F}"/>
                  </a:ext>
                </a:extLst>
              </p:cNvPr>
              <p:cNvCxnSpPr>
                <a:cxnSpLocks/>
              </p:cNvCxnSpPr>
              <p:nvPr/>
            </p:nvCxnSpPr>
            <p:spPr>
              <a:xfrm>
                <a:off x="9221527" y="50835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297717C-E11F-C19C-EE6B-6390F0F8450A}"/>
                  </a:ext>
                </a:extLst>
              </p:cNvPr>
              <p:cNvCxnSpPr>
                <a:cxnSpLocks/>
              </p:cNvCxnSpPr>
              <p:nvPr/>
            </p:nvCxnSpPr>
            <p:spPr>
              <a:xfrm>
                <a:off x="9204025" y="86430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3DC00F1-7067-8516-3BB7-D9092CB65FC4}"/>
                  </a:ext>
                </a:extLst>
              </p:cNvPr>
              <p:cNvCxnSpPr>
                <a:cxnSpLocks/>
              </p:cNvCxnSpPr>
              <p:nvPr/>
            </p:nvCxnSpPr>
            <p:spPr>
              <a:xfrm flipV="1">
                <a:off x="8617527" y="508351"/>
                <a:ext cx="678873" cy="18276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06FB0E4-3C6D-1312-6019-F29C14E2B4D6}"/>
                  </a:ext>
                </a:extLst>
              </p:cNvPr>
              <p:cNvCxnSpPr>
                <a:cxnSpLocks/>
              </p:cNvCxnSpPr>
              <p:nvPr/>
            </p:nvCxnSpPr>
            <p:spPr>
              <a:xfrm>
                <a:off x="8617527" y="694041"/>
                <a:ext cx="678873" cy="17026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61" name="Group 60">
            <a:extLst>
              <a:ext uri="{FF2B5EF4-FFF2-40B4-BE49-F238E27FC236}">
                <a16:creationId xmlns:a16="http://schemas.microsoft.com/office/drawing/2014/main" id="{C74A022D-9AC7-0390-F34B-5D19A9BF213F}"/>
              </a:ext>
            </a:extLst>
          </p:cNvPr>
          <p:cNvGrpSpPr/>
          <p:nvPr/>
        </p:nvGrpSpPr>
        <p:grpSpPr>
          <a:xfrm>
            <a:off x="5468958" y="4515983"/>
            <a:ext cx="1899626" cy="749642"/>
            <a:chOff x="5468958" y="4515983"/>
            <a:chExt cx="1899626" cy="749642"/>
          </a:xfrm>
        </p:grpSpPr>
        <p:sp>
          <p:nvSpPr>
            <p:cNvPr id="107" name="Freeform: Shape 106">
              <a:extLst>
                <a:ext uri="{FF2B5EF4-FFF2-40B4-BE49-F238E27FC236}">
                  <a16:creationId xmlns:a16="http://schemas.microsoft.com/office/drawing/2014/main" id="{5B834061-B6A7-BFC8-C231-06244839A574}"/>
                </a:ext>
              </a:extLst>
            </p:cNvPr>
            <p:cNvSpPr/>
            <p:nvPr/>
          </p:nvSpPr>
          <p:spPr>
            <a:xfrm>
              <a:off x="5468958" y="4515983"/>
              <a:ext cx="1880741" cy="749642"/>
            </a:xfrm>
            <a:custGeom>
              <a:avLst/>
              <a:gdLst>
                <a:gd name="connsiteX0" fmla="*/ 626021 w 1840459"/>
                <a:gd name="connsiteY0" fmla="*/ 194152 h 751365"/>
                <a:gd name="connsiteX1" fmla="*/ 626021 w 1840459"/>
                <a:gd name="connsiteY1" fmla="*/ 194153 h 751365"/>
                <a:gd name="connsiteX2" fmla="*/ 1840459 w 1840459"/>
                <a:gd name="connsiteY2" fmla="*/ 194154 h 751365"/>
                <a:gd name="connsiteX3" fmla="*/ 1840459 w 1840459"/>
                <a:gd name="connsiteY3" fmla="*/ 751365 h 751365"/>
                <a:gd name="connsiteX4" fmla="*/ 626020 w 1840459"/>
                <a:gd name="connsiteY4" fmla="*/ 751365 h 751365"/>
                <a:gd name="connsiteX5" fmla="*/ 626020 w 1840459"/>
                <a:gd name="connsiteY5" fmla="*/ 751363 h 751365"/>
                <a:gd name="connsiteX6" fmla="*/ 0 w 1840459"/>
                <a:gd name="connsiteY6" fmla="*/ 472758 h 751365"/>
                <a:gd name="connsiteX7" fmla="*/ 1626145 w 1840459"/>
                <a:gd name="connsiteY7" fmla="*/ 0 h 751365"/>
                <a:gd name="connsiteX8" fmla="*/ 1840458 w 1840459"/>
                <a:gd name="connsiteY8" fmla="*/ 194151 h 751365"/>
                <a:gd name="connsiteX9" fmla="*/ 1626145 w 1840459"/>
                <a:gd name="connsiteY9" fmla="*/ 194151 h 75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0459" h="751365">
                  <a:moveTo>
                    <a:pt x="626021" y="194152"/>
                  </a:moveTo>
                  <a:lnTo>
                    <a:pt x="626021" y="194153"/>
                  </a:lnTo>
                  <a:lnTo>
                    <a:pt x="1840459" y="194154"/>
                  </a:lnTo>
                  <a:lnTo>
                    <a:pt x="1840459" y="751365"/>
                  </a:lnTo>
                  <a:lnTo>
                    <a:pt x="626020" y="751365"/>
                  </a:lnTo>
                  <a:lnTo>
                    <a:pt x="626020" y="751363"/>
                  </a:lnTo>
                  <a:lnTo>
                    <a:pt x="0" y="472758"/>
                  </a:lnTo>
                  <a:close/>
                  <a:moveTo>
                    <a:pt x="1626145" y="0"/>
                  </a:moveTo>
                  <a:lnTo>
                    <a:pt x="1840458" y="194151"/>
                  </a:lnTo>
                  <a:lnTo>
                    <a:pt x="1626145" y="194151"/>
                  </a:ln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5000"/>
                </a:lnSpc>
                <a:spcBef>
                  <a:spcPts val="400"/>
                </a:spcBef>
                <a:spcAft>
                  <a:spcPts val="400"/>
                </a:spcAft>
              </a:pPr>
              <a:endParaRPr lang="en-US" sz="1200" dirty="0">
                <a:solidFill>
                  <a:schemeClr val="tx1"/>
                </a:solidFill>
              </a:endParaRPr>
            </a:p>
          </p:txBody>
        </p:sp>
        <p:grpSp>
          <p:nvGrpSpPr>
            <p:cNvPr id="47" name="Group 46">
              <a:extLst>
                <a:ext uri="{FF2B5EF4-FFF2-40B4-BE49-F238E27FC236}">
                  <a16:creationId xmlns:a16="http://schemas.microsoft.com/office/drawing/2014/main" id="{51746534-007D-133E-7FA8-DBE0E55B63B1}"/>
                </a:ext>
              </a:extLst>
            </p:cNvPr>
            <p:cNvGrpSpPr/>
            <p:nvPr/>
          </p:nvGrpSpPr>
          <p:grpSpPr>
            <a:xfrm>
              <a:off x="5595202" y="4802067"/>
              <a:ext cx="1773382" cy="355950"/>
              <a:chOff x="8617527" y="508351"/>
              <a:chExt cx="1773382" cy="355950"/>
            </a:xfrm>
          </p:grpSpPr>
          <p:cxnSp>
            <p:nvCxnSpPr>
              <p:cNvPr id="48" name="Straight Connector 47">
                <a:extLst>
                  <a:ext uri="{FF2B5EF4-FFF2-40B4-BE49-F238E27FC236}">
                    <a16:creationId xmlns:a16="http://schemas.microsoft.com/office/drawing/2014/main" id="{E7E31BA2-1C40-F28D-D88B-BE7D050E6070}"/>
                  </a:ext>
                </a:extLst>
              </p:cNvPr>
              <p:cNvCxnSpPr>
                <a:cxnSpLocks/>
              </p:cNvCxnSpPr>
              <p:nvPr/>
            </p:nvCxnSpPr>
            <p:spPr>
              <a:xfrm>
                <a:off x="9221527" y="50835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6203FC8-B98A-E5CE-79A8-58115570CDBF}"/>
                  </a:ext>
                </a:extLst>
              </p:cNvPr>
              <p:cNvCxnSpPr>
                <a:cxnSpLocks/>
              </p:cNvCxnSpPr>
              <p:nvPr/>
            </p:nvCxnSpPr>
            <p:spPr>
              <a:xfrm>
                <a:off x="9204025" y="86430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139A40A-C522-015C-4211-E0C7175D89CA}"/>
                  </a:ext>
                </a:extLst>
              </p:cNvPr>
              <p:cNvCxnSpPr>
                <a:cxnSpLocks/>
              </p:cNvCxnSpPr>
              <p:nvPr/>
            </p:nvCxnSpPr>
            <p:spPr>
              <a:xfrm flipV="1">
                <a:off x="8617527" y="508351"/>
                <a:ext cx="678873" cy="18276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DE1B9D4-A983-584E-D0ED-03C7CC4A2050}"/>
                  </a:ext>
                </a:extLst>
              </p:cNvPr>
              <p:cNvCxnSpPr>
                <a:cxnSpLocks/>
              </p:cNvCxnSpPr>
              <p:nvPr/>
            </p:nvCxnSpPr>
            <p:spPr>
              <a:xfrm>
                <a:off x="8617527" y="694041"/>
                <a:ext cx="678873" cy="17026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62" name="Group 61">
            <a:extLst>
              <a:ext uri="{FF2B5EF4-FFF2-40B4-BE49-F238E27FC236}">
                <a16:creationId xmlns:a16="http://schemas.microsoft.com/office/drawing/2014/main" id="{C701621D-6B68-B114-C6F5-6EDEDE289505}"/>
              </a:ext>
            </a:extLst>
          </p:cNvPr>
          <p:cNvGrpSpPr/>
          <p:nvPr/>
        </p:nvGrpSpPr>
        <p:grpSpPr>
          <a:xfrm>
            <a:off x="5468958" y="5370489"/>
            <a:ext cx="1900283" cy="749642"/>
            <a:chOff x="5468958" y="5370489"/>
            <a:chExt cx="1900283" cy="749642"/>
          </a:xfrm>
        </p:grpSpPr>
        <p:sp>
          <p:nvSpPr>
            <p:cNvPr id="108" name="Freeform: Shape 107">
              <a:extLst>
                <a:ext uri="{FF2B5EF4-FFF2-40B4-BE49-F238E27FC236}">
                  <a16:creationId xmlns:a16="http://schemas.microsoft.com/office/drawing/2014/main" id="{8F9DB828-065B-CB0C-513D-F7DF890C43B9}"/>
                </a:ext>
              </a:extLst>
            </p:cNvPr>
            <p:cNvSpPr/>
            <p:nvPr/>
          </p:nvSpPr>
          <p:spPr>
            <a:xfrm>
              <a:off x="5468958" y="5370489"/>
              <a:ext cx="1880741" cy="749642"/>
            </a:xfrm>
            <a:custGeom>
              <a:avLst/>
              <a:gdLst>
                <a:gd name="connsiteX0" fmla="*/ 626021 w 1840459"/>
                <a:gd name="connsiteY0" fmla="*/ 194152 h 751365"/>
                <a:gd name="connsiteX1" fmla="*/ 626021 w 1840459"/>
                <a:gd name="connsiteY1" fmla="*/ 194153 h 751365"/>
                <a:gd name="connsiteX2" fmla="*/ 1840459 w 1840459"/>
                <a:gd name="connsiteY2" fmla="*/ 194154 h 751365"/>
                <a:gd name="connsiteX3" fmla="*/ 1840459 w 1840459"/>
                <a:gd name="connsiteY3" fmla="*/ 751365 h 751365"/>
                <a:gd name="connsiteX4" fmla="*/ 626020 w 1840459"/>
                <a:gd name="connsiteY4" fmla="*/ 751365 h 751365"/>
                <a:gd name="connsiteX5" fmla="*/ 626020 w 1840459"/>
                <a:gd name="connsiteY5" fmla="*/ 751363 h 751365"/>
                <a:gd name="connsiteX6" fmla="*/ 0 w 1840459"/>
                <a:gd name="connsiteY6" fmla="*/ 472758 h 751365"/>
                <a:gd name="connsiteX7" fmla="*/ 1626145 w 1840459"/>
                <a:gd name="connsiteY7" fmla="*/ 0 h 751365"/>
                <a:gd name="connsiteX8" fmla="*/ 1840458 w 1840459"/>
                <a:gd name="connsiteY8" fmla="*/ 194151 h 751365"/>
                <a:gd name="connsiteX9" fmla="*/ 1626145 w 1840459"/>
                <a:gd name="connsiteY9" fmla="*/ 194151 h 75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0459" h="751365">
                  <a:moveTo>
                    <a:pt x="626021" y="194152"/>
                  </a:moveTo>
                  <a:lnTo>
                    <a:pt x="626021" y="194153"/>
                  </a:lnTo>
                  <a:lnTo>
                    <a:pt x="1840459" y="194154"/>
                  </a:lnTo>
                  <a:lnTo>
                    <a:pt x="1840459" y="751365"/>
                  </a:lnTo>
                  <a:lnTo>
                    <a:pt x="626020" y="751365"/>
                  </a:lnTo>
                  <a:lnTo>
                    <a:pt x="626020" y="751363"/>
                  </a:lnTo>
                  <a:lnTo>
                    <a:pt x="0" y="472758"/>
                  </a:lnTo>
                  <a:close/>
                  <a:moveTo>
                    <a:pt x="1626145" y="0"/>
                  </a:moveTo>
                  <a:lnTo>
                    <a:pt x="1840458" y="194151"/>
                  </a:lnTo>
                  <a:lnTo>
                    <a:pt x="1626145" y="194151"/>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5000"/>
                </a:lnSpc>
                <a:spcBef>
                  <a:spcPts val="400"/>
                </a:spcBef>
                <a:spcAft>
                  <a:spcPts val="400"/>
                </a:spcAft>
              </a:pPr>
              <a:endParaRPr lang="en-US" sz="1200" dirty="0">
                <a:solidFill>
                  <a:schemeClr val="tx1"/>
                </a:solidFill>
              </a:endParaRPr>
            </a:p>
          </p:txBody>
        </p:sp>
        <p:grpSp>
          <p:nvGrpSpPr>
            <p:cNvPr id="52" name="Group 51">
              <a:extLst>
                <a:ext uri="{FF2B5EF4-FFF2-40B4-BE49-F238E27FC236}">
                  <a16:creationId xmlns:a16="http://schemas.microsoft.com/office/drawing/2014/main" id="{EB7FB4FA-8B40-AD13-4665-7C66E45CA04D}"/>
                </a:ext>
              </a:extLst>
            </p:cNvPr>
            <p:cNvGrpSpPr/>
            <p:nvPr/>
          </p:nvGrpSpPr>
          <p:grpSpPr>
            <a:xfrm>
              <a:off x="5595859" y="5661391"/>
              <a:ext cx="1773382" cy="355950"/>
              <a:chOff x="8617527" y="508351"/>
              <a:chExt cx="1773382" cy="355950"/>
            </a:xfrm>
          </p:grpSpPr>
          <p:cxnSp>
            <p:nvCxnSpPr>
              <p:cNvPr id="53" name="Straight Connector 52">
                <a:extLst>
                  <a:ext uri="{FF2B5EF4-FFF2-40B4-BE49-F238E27FC236}">
                    <a16:creationId xmlns:a16="http://schemas.microsoft.com/office/drawing/2014/main" id="{85542AB7-AB42-B0E9-8A7A-D8B8F8499BE2}"/>
                  </a:ext>
                </a:extLst>
              </p:cNvPr>
              <p:cNvCxnSpPr>
                <a:cxnSpLocks/>
              </p:cNvCxnSpPr>
              <p:nvPr/>
            </p:nvCxnSpPr>
            <p:spPr>
              <a:xfrm>
                <a:off x="9221527" y="50835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C5979F8-1AA4-50E9-F9C5-5BFB38C2A7C2}"/>
                  </a:ext>
                </a:extLst>
              </p:cNvPr>
              <p:cNvCxnSpPr>
                <a:cxnSpLocks/>
              </p:cNvCxnSpPr>
              <p:nvPr/>
            </p:nvCxnSpPr>
            <p:spPr>
              <a:xfrm>
                <a:off x="9204025" y="864301"/>
                <a:ext cx="116938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97FF892-2995-05DE-55CF-5EBF5E8C778B}"/>
                  </a:ext>
                </a:extLst>
              </p:cNvPr>
              <p:cNvCxnSpPr>
                <a:cxnSpLocks/>
              </p:cNvCxnSpPr>
              <p:nvPr/>
            </p:nvCxnSpPr>
            <p:spPr>
              <a:xfrm flipV="1">
                <a:off x="8617527" y="508351"/>
                <a:ext cx="678873" cy="18276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DA9D2FF-9ACD-FD00-AC5B-33EEC2CDCF2B}"/>
                  </a:ext>
                </a:extLst>
              </p:cNvPr>
              <p:cNvCxnSpPr>
                <a:cxnSpLocks/>
              </p:cNvCxnSpPr>
              <p:nvPr/>
            </p:nvCxnSpPr>
            <p:spPr>
              <a:xfrm>
                <a:off x="8617527" y="694041"/>
                <a:ext cx="678873" cy="17026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sp>
        <p:nvSpPr>
          <p:cNvPr id="65" name="TextBox 64">
            <a:extLst>
              <a:ext uri="{FF2B5EF4-FFF2-40B4-BE49-F238E27FC236}">
                <a16:creationId xmlns:a16="http://schemas.microsoft.com/office/drawing/2014/main" id="{0D487BAE-A3A2-9397-76C0-FB0CD2E99C8F}"/>
              </a:ext>
            </a:extLst>
          </p:cNvPr>
          <p:cNvSpPr txBox="1"/>
          <p:nvPr/>
        </p:nvSpPr>
        <p:spPr>
          <a:xfrm>
            <a:off x="6432113" y="1470721"/>
            <a:ext cx="360219" cy="380104"/>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400" b="1" dirty="0"/>
              <a:t>01</a:t>
            </a:r>
          </a:p>
        </p:txBody>
      </p:sp>
      <p:sp>
        <p:nvSpPr>
          <p:cNvPr id="66" name="TextBox 65">
            <a:extLst>
              <a:ext uri="{FF2B5EF4-FFF2-40B4-BE49-F238E27FC236}">
                <a16:creationId xmlns:a16="http://schemas.microsoft.com/office/drawing/2014/main" id="{5322F361-F40A-72AD-3546-83EB39D5A020}"/>
              </a:ext>
            </a:extLst>
          </p:cNvPr>
          <p:cNvSpPr txBox="1"/>
          <p:nvPr/>
        </p:nvSpPr>
        <p:spPr>
          <a:xfrm>
            <a:off x="6404615" y="2235259"/>
            <a:ext cx="360219" cy="380104"/>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400" b="1" dirty="0"/>
              <a:t>02</a:t>
            </a:r>
          </a:p>
        </p:txBody>
      </p:sp>
      <p:sp>
        <p:nvSpPr>
          <p:cNvPr id="67" name="TextBox 66">
            <a:extLst>
              <a:ext uri="{FF2B5EF4-FFF2-40B4-BE49-F238E27FC236}">
                <a16:creationId xmlns:a16="http://schemas.microsoft.com/office/drawing/2014/main" id="{7D5337D7-BB7A-BD1E-DB43-681CFCA7B4E6}"/>
              </a:ext>
            </a:extLst>
          </p:cNvPr>
          <p:cNvSpPr txBox="1"/>
          <p:nvPr/>
        </p:nvSpPr>
        <p:spPr>
          <a:xfrm>
            <a:off x="6393887" y="3134927"/>
            <a:ext cx="360219" cy="380104"/>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400" b="1" dirty="0"/>
              <a:t>03</a:t>
            </a:r>
          </a:p>
        </p:txBody>
      </p:sp>
      <p:sp>
        <p:nvSpPr>
          <p:cNvPr id="68" name="TextBox 67">
            <a:extLst>
              <a:ext uri="{FF2B5EF4-FFF2-40B4-BE49-F238E27FC236}">
                <a16:creationId xmlns:a16="http://schemas.microsoft.com/office/drawing/2014/main" id="{20E08B33-56FC-5EB7-F21E-594ABB1A3033}"/>
              </a:ext>
            </a:extLst>
          </p:cNvPr>
          <p:cNvSpPr txBox="1"/>
          <p:nvPr/>
        </p:nvSpPr>
        <p:spPr>
          <a:xfrm>
            <a:off x="6375087" y="3964296"/>
            <a:ext cx="360219" cy="380104"/>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400" b="1" dirty="0"/>
              <a:t>04</a:t>
            </a:r>
          </a:p>
        </p:txBody>
      </p:sp>
      <p:sp>
        <p:nvSpPr>
          <p:cNvPr id="69" name="TextBox 68">
            <a:extLst>
              <a:ext uri="{FF2B5EF4-FFF2-40B4-BE49-F238E27FC236}">
                <a16:creationId xmlns:a16="http://schemas.microsoft.com/office/drawing/2014/main" id="{EA159AD8-D2D5-A5EC-9F04-61C134214B5C}"/>
              </a:ext>
            </a:extLst>
          </p:cNvPr>
          <p:cNvSpPr txBox="1"/>
          <p:nvPr/>
        </p:nvSpPr>
        <p:spPr>
          <a:xfrm>
            <a:off x="6378531" y="4796562"/>
            <a:ext cx="360219" cy="380104"/>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400" b="1" dirty="0"/>
              <a:t>05</a:t>
            </a:r>
          </a:p>
        </p:txBody>
      </p:sp>
      <p:sp>
        <p:nvSpPr>
          <p:cNvPr id="71" name="TextBox 70">
            <a:extLst>
              <a:ext uri="{FF2B5EF4-FFF2-40B4-BE49-F238E27FC236}">
                <a16:creationId xmlns:a16="http://schemas.microsoft.com/office/drawing/2014/main" id="{253EA266-C9DA-3A9A-54D5-8F35E8A6921D}"/>
              </a:ext>
            </a:extLst>
          </p:cNvPr>
          <p:cNvSpPr txBox="1"/>
          <p:nvPr/>
        </p:nvSpPr>
        <p:spPr>
          <a:xfrm>
            <a:off x="6404238" y="5628169"/>
            <a:ext cx="360219" cy="380104"/>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2400" b="1" dirty="0"/>
              <a:t>06</a:t>
            </a:r>
          </a:p>
        </p:txBody>
      </p:sp>
    </p:spTree>
    <p:extLst>
      <p:ext uri="{BB962C8B-B14F-4D97-AF65-F5344CB8AC3E}">
        <p14:creationId xmlns:p14="http://schemas.microsoft.com/office/powerpoint/2010/main" val="2399044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24000">
              <a:srgbClr val="121B5A">
                <a:lumMod val="35000"/>
              </a:srgbClr>
            </a:gs>
            <a:gs pos="100000">
              <a:schemeClr val="accent1"/>
            </a:gs>
          </a:gsLst>
          <a:lin ang="13500000" scaled="1"/>
          <a:tileRect/>
        </a:gra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A408FF-5E69-6A93-4DE5-8F58DE5A0FC5}"/>
              </a:ext>
            </a:extLst>
          </p:cNvPr>
          <p:cNvSpPr>
            <a:spLocks noGrp="1"/>
          </p:cNvSpPr>
          <p:nvPr>
            <p:ph type="title"/>
          </p:nvPr>
        </p:nvSpPr>
        <p:spPr>
          <a:xfrm>
            <a:off x="231975" y="549900"/>
            <a:ext cx="6095800" cy="1610016"/>
          </a:xfrm>
        </p:spPr>
        <p:txBody>
          <a:bodyPr/>
          <a:lstStyle/>
          <a:p>
            <a:r>
              <a:rPr lang="en-GB" dirty="0"/>
              <a:t>BACKGROUND AND OBJECTIVES</a:t>
            </a:r>
          </a:p>
        </p:txBody>
      </p:sp>
      <p:sp>
        <p:nvSpPr>
          <p:cNvPr id="9" name="Chapter Number">
            <a:extLst>
              <a:ext uri="{FF2B5EF4-FFF2-40B4-BE49-F238E27FC236}">
                <a16:creationId xmlns:a16="http://schemas.microsoft.com/office/drawing/2014/main" id="{47930916-3B02-19B2-0DFB-711BF69F96C3}"/>
              </a:ext>
              <a:ext uri="{C183D7F6-B498-43B3-948B-1728B52AA6E4}">
                <adec:decorative xmlns:adec="http://schemas.microsoft.com/office/drawing/2017/decorative" val="1"/>
              </a:ext>
            </a:extLst>
          </p:cNvPr>
          <p:cNvSpPr>
            <a:spLocks noGrp="1"/>
          </p:cNvSpPr>
          <p:nvPr>
            <p:ph type="body" sz="quarter" idx="10"/>
          </p:nvPr>
        </p:nvSpPr>
        <p:spPr/>
        <p:txBody>
          <a:bodyPr>
            <a:normAutofit/>
          </a:bodyPr>
          <a:lstStyle/>
          <a:p>
            <a:r>
              <a:rPr lang="en-GB" dirty="0"/>
              <a:t>01</a:t>
            </a:r>
          </a:p>
        </p:txBody>
      </p:sp>
      <p:sp>
        <p:nvSpPr>
          <p:cNvPr id="10" name="Parallelogram">
            <a:extLst>
              <a:ext uri="{FF2B5EF4-FFF2-40B4-BE49-F238E27FC236}">
                <a16:creationId xmlns:a16="http://schemas.microsoft.com/office/drawing/2014/main" id="{0EC7448C-350A-4BAB-4D9D-BACA767A50B4}"/>
              </a:ext>
              <a:ext uri="{C183D7F6-B498-43B3-948B-1728B52AA6E4}">
                <adec:decorative xmlns:adec="http://schemas.microsoft.com/office/drawing/2017/decorative" val="1"/>
              </a:ext>
            </a:extLst>
          </p:cNvPr>
          <p:cNvSpPr/>
          <p:nvPr/>
        </p:nvSpPr>
        <p:spPr>
          <a:xfrm rot="8100000">
            <a:off x="8522171" y="5570679"/>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GB" sz="1400" b="0" i="0" u="none" strike="noStrike" kern="1200" cap="none" spc="0" normalizeH="0" baseline="0" noProof="0" dirty="0" err="1">
              <a:ln>
                <a:noFill/>
              </a:ln>
              <a:solidFill>
                <a:prstClr val="black"/>
              </a:solidFill>
              <a:effectLst/>
              <a:uLnTx/>
              <a:uFillTx/>
              <a:latin typeface="Barlow"/>
              <a:ea typeface="+mn-ea"/>
              <a:cs typeface="+mn-cs"/>
            </a:endParaRPr>
          </a:p>
        </p:txBody>
      </p:sp>
    </p:spTree>
    <p:extLst>
      <p:ext uri="{BB962C8B-B14F-4D97-AF65-F5344CB8AC3E}">
        <p14:creationId xmlns:p14="http://schemas.microsoft.com/office/powerpoint/2010/main" val="1449010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E032F46B-9299-4773-AF5D-74A127CF65B2}"/>
              </a:ext>
              <a:ext uri="{C183D7F6-B498-43B3-948B-1728B52AA6E4}">
                <adec:decorative xmlns:adec="http://schemas.microsoft.com/office/drawing/2017/decorative" val="0"/>
              </a:ext>
            </a:extLst>
          </p:cNvPr>
          <p:cNvSpPr>
            <a:spLocks noGrp="1"/>
          </p:cNvSpPr>
          <p:nvPr>
            <p:ph type="title"/>
          </p:nvPr>
        </p:nvSpPr>
        <p:spPr>
          <a:xfrm>
            <a:off x="3461595" y="314296"/>
            <a:ext cx="5907395" cy="472650"/>
          </a:xfrm>
        </p:spPr>
        <p:txBody>
          <a:bodyPr anchor="t"/>
          <a:lstStyle/>
          <a:p>
            <a:pPr algn="ctr"/>
            <a:r>
              <a:rPr lang="en-GB" sz="3200" dirty="0">
                <a:solidFill>
                  <a:srgbClr val="0070C0"/>
                </a:solidFill>
              </a:rPr>
              <a:t>BACKGROUND AND OBJECTIVE</a:t>
            </a:r>
          </a:p>
        </p:txBody>
      </p:sp>
      <p:sp>
        <p:nvSpPr>
          <p:cNvPr id="20" name="Parallelogram 2">
            <a:extLst>
              <a:ext uri="{FF2B5EF4-FFF2-40B4-BE49-F238E27FC236}">
                <a16:creationId xmlns:a16="http://schemas.microsoft.com/office/drawing/2014/main" id="{B3AE5D53-ADB0-BC20-FA68-813339808964}"/>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22" name="Parallelogram 1">
            <a:extLst>
              <a:ext uri="{FF2B5EF4-FFF2-40B4-BE49-F238E27FC236}">
                <a16:creationId xmlns:a16="http://schemas.microsoft.com/office/drawing/2014/main" id="{DD7AC18B-EE20-FEAB-4559-AFC1D1EAE548}"/>
              </a:ext>
              <a:ext uri="{C183D7F6-B498-43B3-948B-1728B52AA6E4}">
                <adec:decorative xmlns:adec="http://schemas.microsoft.com/office/drawing/2017/decorative" val="1"/>
              </a:ext>
            </a:extLst>
          </p:cNvPr>
          <p:cNvSpPr/>
          <p:nvPr/>
        </p:nvSpPr>
        <p:spPr>
          <a:xfrm rot="18900000">
            <a:off x="9933068" y="445720"/>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4" name="Background Box">
            <a:extLst>
              <a:ext uri="{FF2B5EF4-FFF2-40B4-BE49-F238E27FC236}">
                <a16:creationId xmlns:a16="http://schemas.microsoft.com/office/drawing/2014/main" id="{BE6FADC9-FA42-9659-AC02-5C4BAF8FF84D}"/>
              </a:ext>
              <a:ext uri="{C183D7F6-B498-43B3-948B-1728B52AA6E4}">
                <adec:decorative xmlns:adec="http://schemas.microsoft.com/office/drawing/2017/decorative" val="1"/>
              </a:ext>
            </a:extLst>
          </p:cNvPr>
          <p:cNvSpPr/>
          <p:nvPr/>
        </p:nvSpPr>
        <p:spPr>
          <a:xfrm flipV="1">
            <a:off x="204718" y="191842"/>
            <a:ext cx="2597081" cy="5948363"/>
          </a:xfrm>
          <a:prstGeom prst="snip1Rect">
            <a:avLst>
              <a:gd name="adj" fmla="val 1422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l">
              <a:lnSpc>
                <a:spcPct val="112000"/>
              </a:lnSpc>
              <a:spcBef>
                <a:spcPts val="400"/>
              </a:spcBef>
              <a:spcAft>
                <a:spcPts val="400"/>
              </a:spcAft>
            </a:pPr>
            <a:endParaRPr lang="en-GB" sz="1200" dirty="0">
              <a:solidFill>
                <a:schemeClr val="tx1"/>
              </a:solidFill>
            </a:endParaRPr>
          </a:p>
        </p:txBody>
      </p:sp>
      <p:sp>
        <p:nvSpPr>
          <p:cNvPr id="7" name="Title">
            <a:extLst>
              <a:ext uri="{FF2B5EF4-FFF2-40B4-BE49-F238E27FC236}">
                <a16:creationId xmlns:a16="http://schemas.microsoft.com/office/drawing/2014/main" id="{205D8E67-2B40-9CB5-5486-8A2C0FF05706}"/>
              </a:ext>
            </a:extLst>
          </p:cNvPr>
          <p:cNvSpPr txBox="1">
            <a:spLocks/>
          </p:cNvSpPr>
          <p:nvPr/>
        </p:nvSpPr>
        <p:spPr>
          <a:xfrm>
            <a:off x="277708" y="428965"/>
            <a:ext cx="2451100" cy="715963"/>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2800" b="1" kern="1200" cap="none" spc="0" baseline="0">
                <a:solidFill>
                  <a:schemeClr val="tx1"/>
                </a:solidFill>
                <a:latin typeface="+mn-lt"/>
                <a:ea typeface="+mj-ea"/>
                <a:cs typeface="+mj-cs"/>
              </a:defRPr>
            </a:lvl1pPr>
          </a:lstStyle>
          <a:p>
            <a:r>
              <a:rPr lang="en-GB" dirty="0">
                <a:solidFill>
                  <a:schemeClr val="bg1"/>
                </a:solidFill>
              </a:rPr>
              <a:t>Study Objective</a:t>
            </a:r>
          </a:p>
        </p:txBody>
      </p:sp>
      <p:sp>
        <p:nvSpPr>
          <p:cNvPr id="8" name="Placeholder">
            <a:extLst>
              <a:ext uri="{FF2B5EF4-FFF2-40B4-BE49-F238E27FC236}">
                <a16:creationId xmlns:a16="http://schemas.microsoft.com/office/drawing/2014/main" id="{1EDA7C8C-EE22-0E61-99C3-39D7CC7133DC}"/>
              </a:ext>
            </a:extLst>
          </p:cNvPr>
          <p:cNvSpPr txBox="1"/>
          <p:nvPr/>
        </p:nvSpPr>
        <p:spPr>
          <a:xfrm>
            <a:off x="221818" y="1573893"/>
            <a:ext cx="2506990" cy="1077218"/>
          </a:xfrm>
          <a:prstGeom prst="rect">
            <a:avLst/>
          </a:prstGeom>
          <a:noFill/>
        </p:spPr>
        <p:txBody>
          <a:bodyPr wrap="square" lIns="0" tIns="0" rIns="0" bIns="0" rtlCol="0" anchor="t">
            <a:spAutoFit/>
          </a:bodyPr>
          <a:lstStyle/>
          <a:p>
            <a:pPr>
              <a:defRPr/>
            </a:pPr>
            <a:r>
              <a:rPr lang="en-GB" sz="14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The study was designed to understand the behaviour of consumers when accessing and using TV and video content services.</a:t>
            </a:r>
            <a:endParaRPr lang="en-GB" sz="1100"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1ED8564-002D-03EA-C11B-5AB74395A8C6}"/>
              </a:ext>
            </a:extLst>
          </p:cNvPr>
          <p:cNvSpPr txBox="1"/>
          <p:nvPr/>
        </p:nvSpPr>
        <p:spPr>
          <a:xfrm>
            <a:off x="3150610" y="1461009"/>
            <a:ext cx="8401794" cy="225767"/>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1400" b="0" i="0" u="none" strike="noStrike" baseline="0" dirty="0">
                <a:solidFill>
                  <a:srgbClr val="2DB574"/>
                </a:solidFill>
                <a:latin typeface="Arial" panose="020B0604020202020204" pitchFamily="34" charset="0"/>
              </a:rPr>
              <a:t>It was a tracker that targeted different areas as stated below:</a:t>
            </a:r>
            <a:endParaRPr lang="en-US" sz="1050" dirty="0">
              <a:solidFill>
                <a:srgbClr val="2DB574"/>
              </a:solidFill>
            </a:endParaRPr>
          </a:p>
        </p:txBody>
      </p:sp>
      <p:sp>
        <p:nvSpPr>
          <p:cNvPr id="12" name="TextBox 11">
            <a:extLst>
              <a:ext uri="{FF2B5EF4-FFF2-40B4-BE49-F238E27FC236}">
                <a16:creationId xmlns:a16="http://schemas.microsoft.com/office/drawing/2014/main" id="{DCDDA386-1BB5-95E4-03E6-02C9001D3BA4}"/>
              </a:ext>
            </a:extLst>
          </p:cNvPr>
          <p:cNvSpPr txBox="1"/>
          <p:nvPr/>
        </p:nvSpPr>
        <p:spPr>
          <a:xfrm>
            <a:off x="3150610" y="1976874"/>
            <a:ext cx="8401794" cy="2553562"/>
          </a:xfrm>
          <a:prstGeom prst="rect">
            <a:avLst/>
          </a:prstGeom>
          <a:noFill/>
        </p:spPr>
        <p:txBody>
          <a:bodyPr wrap="square" lIns="0" tIns="0" rIns="0" bIns="0" rtlCol="0">
            <a:spAutoFit/>
          </a:bodyPr>
          <a:lstStyle/>
          <a:p>
            <a:pPr marL="342900" indent="-342900">
              <a:lnSpc>
                <a:spcPct val="150000"/>
              </a:lnSpc>
              <a:buFont typeface="+mj-lt"/>
              <a:buAutoNum type="arabicParenR"/>
            </a:pPr>
            <a:r>
              <a:rPr lang="en-US" sz="1400" b="1" dirty="0">
                <a:latin typeface="Arial" panose="020B0604020202020204" pitchFamily="34" charset="0"/>
                <a:cs typeface="Arial" panose="020B0604020202020204" pitchFamily="34" charset="0"/>
              </a:rPr>
              <a:t>Viewing devices</a:t>
            </a:r>
            <a:r>
              <a:rPr lang="en-US" sz="1400" dirty="0">
                <a:latin typeface="Arial" panose="020B0604020202020204" pitchFamily="34" charset="0"/>
                <a:cs typeface="Arial" panose="020B0604020202020204" pitchFamily="34" charset="0"/>
              </a:rPr>
              <a:t>: Identified the devices consumers use to watch TV and video content, such as smart TVs, smartphones, tablets, or laptops</a:t>
            </a:r>
            <a:r>
              <a:rPr lang="en-US" sz="1400" b="0" i="0" u="none" strike="noStrike" baseline="0" dirty="0">
                <a:solidFill>
                  <a:srgbClr val="000000"/>
                </a:solidFill>
                <a:latin typeface="Arial" panose="020B0604020202020204" pitchFamily="34" charset="0"/>
                <a:cs typeface="Arial" panose="020B0604020202020204" pitchFamily="34" charset="0"/>
              </a:rPr>
              <a:t>.</a:t>
            </a:r>
          </a:p>
          <a:p>
            <a:pPr marL="342900" indent="-342900">
              <a:lnSpc>
                <a:spcPct val="150000"/>
              </a:lnSpc>
              <a:buFont typeface="+mj-lt"/>
              <a:buAutoNum type="arabicParenR"/>
            </a:pPr>
            <a:r>
              <a:rPr lang="en-US" sz="1400" b="1" dirty="0">
                <a:latin typeface="Arial" panose="020B0604020202020204" pitchFamily="34" charset="0"/>
                <a:cs typeface="Arial" panose="020B0604020202020204" pitchFamily="34" charset="0"/>
              </a:rPr>
              <a:t>Services accessed</a:t>
            </a:r>
            <a:r>
              <a:rPr lang="en-US" sz="1400" dirty="0">
                <a:latin typeface="Arial" panose="020B0604020202020204" pitchFamily="34" charset="0"/>
                <a:cs typeface="Arial" panose="020B0604020202020204" pitchFamily="34" charset="0"/>
              </a:rPr>
              <a:t>: Analyzed the specific streaming or broadcast services that consumers frequently use to watch TV and video content.</a:t>
            </a:r>
          </a:p>
          <a:p>
            <a:pPr marL="342900" indent="-342900">
              <a:lnSpc>
                <a:spcPct val="150000"/>
              </a:lnSpc>
              <a:buFont typeface="+mj-lt"/>
              <a:buAutoNum type="arabicParenR"/>
            </a:pPr>
            <a:r>
              <a:rPr lang="en-US" sz="1400" b="1" dirty="0">
                <a:latin typeface="Arial" panose="020B0604020202020204" pitchFamily="34" charset="0"/>
                <a:cs typeface="Arial" panose="020B0604020202020204" pitchFamily="34" charset="0"/>
              </a:rPr>
              <a:t>Viewing behavior</a:t>
            </a:r>
            <a:r>
              <a:rPr lang="en-US" sz="1400" dirty="0">
                <a:latin typeface="Arial" panose="020B0604020202020204" pitchFamily="34" charset="0"/>
                <a:cs typeface="Arial" panose="020B0604020202020204" pitchFamily="34" charset="0"/>
              </a:rPr>
              <a:t>: Assessed consumer habits, including the frequency, duration, and time preferences for viewing TV and video content.</a:t>
            </a:r>
          </a:p>
          <a:p>
            <a:pPr marL="342900" indent="-342900">
              <a:lnSpc>
                <a:spcPct val="150000"/>
              </a:lnSpc>
              <a:buFont typeface="+mj-lt"/>
              <a:buAutoNum type="arabicParenR"/>
            </a:pPr>
            <a:r>
              <a:rPr lang="en-US" sz="1400" b="1" dirty="0">
                <a:latin typeface="Arial" panose="020B0604020202020204" pitchFamily="34" charset="0"/>
                <a:cs typeface="Arial" panose="020B0604020202020204" pitchFamily="34" charset="0"/>
              </a:rPr>
              <a:t>Subscription preferences</a:t>
            </a:r>
            <a:r>
              <a:rPr lang="en-US" sz="1400" dirty="0">
                <a:latin typeface="Arial" panose="020B0604020202020204" pitchFamily="34" charset="0"/>
                <a:cs typeface="Arial" panose="020B0604020202020204" pitchFamily="34" charset="0"/>
              </a:rPr>
              <a:t>: Evaluated the types of subscription packages consumers opt for, such as premium, basic, or ad-supported tiers.</a:t>
            </a:r>
            <a:endParaRPr lang="en-US" sz="14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0533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A408FF-5E69-6A93-4DE5-8F58DE5A0FC5}"/>
              </a:ext>
            </a:extLst>
          </p:cNvPr>
          <p:cNvSpPr>
            <a:spLocks noGrp="1"/>
          </p:cNvSpPr>
          <p:nvPr>
            <p:ph type="title"/>
          </p:nvPr>
        </p:nvSpPr>
        <p:spPr>
          <a:xfrm>
            <a:off x="431999" y="1350000"/>
            <a:ext cx="6597451" cy="1503326"/>
          </a:xfrm>
        </p:spPr>
        <p:txBody>
          <a:bodyPr/>
          <a:lstStyle/>
          <a:p>
            <a:r>
              <a:rPr lang="en-GB" dirty="0"/>
              <a:t>Methodology</a:t>
            </a:r>
          </a:p>
        </p:txBody>
      </p:sp>
      <p:sp>
        <p:nvSpPr>
          <p:cNvPr id="9" name="Chapter Number">
            <a:extLst>
              <a:ext uri="{FF2B5EF4-FFF2-40B4-BE49-F238E27FC236}">
                <a16:creationId xmlns:a16="http://schemas.microsoft.com/office/drawing/2014/main" id="{47930916-3B02-19B2-0DFB-711BF69F96C3}"/>
              </a:ext>
              <a:ext uri="{C183D7F6-B498-43B3-948B-1728B52AA6E4}">
                <adec:decorative xmlns:adec="http://schemas.microsoft.com/office/drawing/2017/decorative" val="1"/>
              </a:ext>
            </a:extLst>
          </p:cNvPr>
          <p:cNvSpPr>
            <a:spLocks noGrp="1"/>
          </p:cNvSpPr>
          <p:nvPr>
            <p:ph type="body" sz="quarter" idx="10"/>
          </p:nvPr>
        </p:nvSpPr>
        <p:spPr/>
        <p:txBody>
          <a:bodyPr>
            <a:normAutofit/>
          </a:bodyPr>
          <a:lstStyle/>
          <a:p>
            <a:r>
              <a:rPr lang="en-GB" dirty="0"/>
              <a:t>02</a:t>
            </a:r>
          </a:p>
        </p:txBody>
      </p:sp>
      <p:sp>
        <p:nvSpPr>
          <p:cNvPr id="10" name="Parallelogram">
            <a:extLst>
              <a:ext uri="{FF2B5EF4-FFF2-40B4-BE49-F238E27FC236}">
                <a16:creationId xmlns:a16="http://schemas.microsoft.com/office/drawing/2014/main" id="{0EC7448C-350A-4BAB-4D9D-BACA767A50B4}"/>
              </a:ext>
              <a:ext uri="{C183D7F6-B498-43B3-948B-1728B52AA6E4}">
                <adec:decorative xmlns:adec="http://schemas.microsoft.com/office/drawing/2017/decorative" val="1"/>
              </a:ext>
            </a:extLst>
          </p:cNvPr>
          <p:cNvSpPr/>
          <p:nvPr/>
        </p:nvSpPr>
        <p:spPr>
          <a:xfrm rot="8100000">
            <a:off x="8522171" y="5570679"/>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GB" sz="1400" b="0" i="0" u="none" strike="noStrike" kern="1200" cap="none" spc="0" normalizeH="0" baseline="0" noProof="0" dirty="0" err="1">
              <a:ln>
                <a:noFill/>
              </a:ln>
              <a:solidFill>
                <a:prstClr val="black"/>
              </a:solidFill>
              <a:effectLst/>
              <a:uLnTx/>
              <a:uFillTx/>
              <a:latin typeface="Barlow"/>
              <a:ea typeface="+mn-ea"/>
              <a:cs typeface="+mn-cs"/>
            </a:endParaRPr>
          </a:p>
        </p:txBody>
      </p:sp>
    </p:spTree>
    <p:extLst>
      <p:ext uri="{BB962C8B-B14F-4D97-AF65-F5344CB8AC3E}">
        <p14:creationId xmlns:p14="http://schemas.microsoft.com/office/powerpoint/2010/main" val="139135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E67583D1-AA9D-90D2-01B7-3EE8B3BA2E31}"/>
              </a:ext>
            </a:extLst>
          </p:cNvPr>
          <p:cNvSpPr txBox="1"/>
          <p:nvPr/>
        </p:nvSpPr>
        <p:spPr>
          <a:xfrm>
            <a:off x="5652655" y="4389120"/>
            <a:ext cx="333471" cy="299395"/>
          </a:xfrm>
          <a:prstGeom prst="rect">
            <a:avLst/>
          </a:prstGeom>
          <a:solidFill>
            <a:schemeClr val="bg1"/>
          </a:solidFill>
        </p:spPr>
        <p:txBody>
          <a:bodyPr wrap="square" lIns="0" tIns="0" rIns="0" bIns="0" rtlCol="0">
            <a:spAutoFit/>
          </a:bodyPr>
          <a:lstStyle/>
          <a:p>
            <a:pPr algn="l">
              <a:lnSpc>
                <a:spcPct val="115000"/>
              </a:lnSpc>
              <a:spcBef>
                <a:spcPts val="400"/>
              </a:spcBef>
              <a:spcAft>
                <a:spcPts val="400"/>
              </a:spcAft>
              <a:buSzPct val="100000"/>
            </a:pPr>
            <a:endParaRPr lang="en-KE" sz="1200" dirty="0"/>
          </a:p>
        </p:txBody>
      </p:sp>
      <p:sp>
        <p:nvSpPr>
          <p:cNvPr id="12" name="Parallelogram 2">
            <a:extLst>
              <a:ext uri="{FF2B5EF4-FFF2-40B4-BE49-F238E27FC236}">
                <a16:creationId xmlns:a16="http://schemas.microsoft.com/office/drawing/2014/main" id="{DF37C8CB-DEBD-9CF2-4196-6521F681E27D}"/>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B52C2BF2-F816-1D55-C30D-9E7F9073C690}"/>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25" name="TextBox 24">
            <a:extLst>
              <a:ext uri="{FF2B5EF4-FFF2-40B4-BE49-F238E27FC236}">
                <a16:creationId xmlns:a16="http://schemas.microsoft.com/office/drawing/2014/main" id="{795EF301-800A-E507-4B18-EF61428566F8}"/>
              </a:ext>
            </a:extLst>
          </p:cNvPr>
          <p:cNvSpPr txBox="1"/>
          <p:nvPr/>
        </p:nvSpPr>
        <p:spPr>
          <a:xfrm>
            <a:off x="2286000" y="332005"/>
            <a:ext cx="4838267" cy="518155"/>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3200" b="1" dirty="0">
                <a:solidFill>
                  <a:srgbClr val="0070C0"/>
                </a:solidFill>
                <a:latin typeface="Arial" panose="020B0604020202020204" pitchFamily="34" charset="0"/>
                <a:cs typeface="Arial" panose="020B0604020202020204" pitchFamily="34" charset="0"/>
              </a:rPr>
              <a:t>METHODOLOGY</a:t>
            </a:r>
          </a:p>
        </p:txBody>
      </p:sp>
      <p:sp>
        <p:nvSpPr>
          <p:cNvPr id="31" name="Rectangle 30">
            <a:extLst>
              <a:ext uri="{FF2B5EF4-FFF2-40B4-BE49-F238E27FC236}">
                <a16:creationId xmlns:a16="http://schemas.microsoft.com/office/drawing/2014/main" id="{8B69E9C6-9D4C-4DD1-C79E-7059862BDCDE}"/>
              </a:ext>
            </a:extLst>
          </p:cNvPr>
          <p:cNvSpPr/>
          <p:nvPr/>
        </p:nvSpPr>
        <p:spPr>
          <a:xfrm>
            <a:off x="3527891" y="1287066"/>
            <a:ext cx="4050545" cy="580408"/>
          </a:xfrm>
          <a:prstGeom prst="rect">
            <a:avLst/>
          </a:prstGeom>
        </p:spPr>
        <p:txBody>
          <a:bodyPr wrap="none" lIns="0" tIns="0" rIns="0" bIns="0" anchor="ctr">
            <a:noAutofit/>
          </a:bodyPr>
          <a:lstStyle/>
          <a:p>
            <a:pPr marL="0" marR="0" lvl="0" indent="0" algn="ctr" defTabSz="685800" rtl="0" eaLnBrk="1" fontAlgn="auto" latinLnBrk="0" hangingPunct="1">
              <a:lnSpc>
                <a:spcPct val="100000"/>
              </a:lnSpc>
              <a:spcBef>
                <a:spcPts val="300"/>
              </a:spcBef>
              <a:spcAft>
                <a:spcPts val="0"/>
              </a:spcAft>
              <a:buClrTx/>
              <a:buSzTx/>
              <a:buFontTx/>
              <a:buNone/>
              <a:tabLst/>
              <a:defRPr/>
            </a:pPr>
            <a:r>
              <a:rPr kumimoji="0" lang="en-US" sz="1200" b="1" i="0" u="none" strike="noStrike" kern="1200" cap="all" spc="4" normalizeH="0" baseline="0" noProof="0" dirty="0">
                <a:ln>
                  <a:noFill/>
                </a:ln>
                <a:solidFill>
                  <a:srgbClr val="000000"/>
                </a:solidFill>
                <a:effectLst/>
                <a:uLnTx/>
                <a:uFillTx/>
                <a:latin typeface="Barlow"/>
                <a:ea typeface="+mn-ea"/>
                <a:cs typeface="Arial" panose="020B0604020202020204" pitchFamily="34" charset="0"/>
              </a:rPr>
              <a:t>Methodology</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Barlow"/>
                <a:ea typeface="+mn-ea"/>
                <a:cs typeface="Arial" panose="020B0604020202020204" pitchFamily="34" charset="0"/>
              </a:rPr>
              <a:t>Quantitative CAPI (Computer Aided Personal Interview (</a:t>
            </a:r>
            <a:r>
              <a:rPr kumimoji="0" lang="en-US" sz="1200" b="0" i="1" u="none" strike="noStrike" kern="1200" cap="none" spc="4" normalizeH="0" baseline="0" noProof="0" dirty="0">
                <a:ln>
                  <a:noFill/>
                </a:ln>
                <a:solidFill>
                  <a:srgbClr val="000000"/>
                </a:solidFill>
                <a:effectLst/>
                <a:uLnTx/>
                <a:uFillTx/>
                <a:latin typeface="Barlow"/>
                <a:ea typeface="+mn-ea"/>
                <a:cs typeface="Arial" panose="020B0604020202020204" pitchFamily="34" charset="0"/>
              </a:rPr>
              <a:t>iField</a:t>
            </a:r>
            <a:r>
              <a:rPr kumimoji="0" lang="en-US" sz="1200" b="0" i="0" u="none" strike="noStrike" kern="1200" cap="none" spc="4" normalizeH="0" baseline="0" noProof="0" dirty="0">
                <a:ln>
                  <a:noFill/>
                </a:ln>
                <a:solidFill>
                  <a:srgbClr val="000000"/>
                </a:solidFill>
                <a:effectLst/>
                <a:uLnTx/>
                <a:uFillTx/>
                <a:latin typeface="Barlow"/>
                <a:ea typeface="+mn-ea"/>
                <a:cs typeface="Arial" panose="020B0604020202020204" pitchFamily="34" charset="0"/>
              </a:rPr>
              <a:t>)</a:t>
            </a:r>
          </a:p>
        </p:txBody>
      </p:sp>
      <p:grpSp>
        <p:nvGrpSpPr>
          <p:cNvPr id="2" name="Group 1">
            <a:extLst>
              <a:ext uri="{FF2B5EF4-FFF2-40B4-BE49-F238E27FC236}">
                <a16:creationId xmlns:a16="http://schemas.microsoft.com/office/drawing/2014/main" id="{0B9C9D3C-2E3C-A6A0-281E-CFE4EE552F3A}"/>
              </a:ext>
            </a:extLst>
          </p:cNvPr>
          <p:cNvGrpSpPr/>
          <p:nvPr/>
        </p:nvGrpSpPr>
        <p:grpSpPr>
          <a:xfrm>
            <a:off x="238834" y="2335041"/>
            <a:ext cx="11523494" cy="3692157"/>
            <a:chOff x="-173087" y="2212333"/>
            <a:chExt cx="11573951" cy="3917553"/>
          </a:xfrm>
        </p:grpSpPr>
        <p:sp>
          <p:nvSpPr>
            <p:cNvPr id="7" name="Rectangle 6">
              <a:extLst>
                <a:ext uri="{FF2B5EF4-FFF2-40B4-BE49-F238E27FC236}">
                  <a16:creationId xmlns:a16="http://schemas.microsoft.com/office/drawing/2014/main" id="{5DE2C606-B45C-8A57-763A-2A42143891B8}"/>
                </a:ext>
              </a:extLst>
            </p:cNvPr>
            <p:cNvSpPr/>
            <p:nvPr/>
          </p:nvSpPr>
          <p:spPr>
            <a:xfrm>
              <a:off x="-173087" y="3682344"/>
              <a:ext cx="2830987" cy="2120495"/>
            </a:xfrm>
            <a:prstGeom prst="rect">
              <a:avLst/>
            </a:prstGeom>
          </p:spPr>
          <p:txBody>
            <a:bodyPr wrap="square" lIns="0" tIns="0" rIns="0" bIns="0">
              <a:noAutofit/>
            </a:bodyPr>
            <a:lstStyle/>
            <a:p>
              <a:pPr marL="0" marR="0" lvl="0" indent="0" algn="r" defTabSz="685800" rtl="0" eaLnBrk="1" fontAlgn="auto" latinLnBrk="0" hangingPunct="1">
                <a:lnSpc>
                  <a:spcPct val="100000"/>
                </a:lnSpc>
                <a:spcBef>
                  <a:spcPts val="300"/>
                </a:spcBef>
                <a:spcAft>
                  <a:spcPts val="0"/>
                </a:spcAft>
                <a:buClrTx/>
                <a:buSzTx/>
                <a:buFontTx/>
                <a:buNone/>
                <a:tabLst/>
                <a:defRPr/>
              </a:pPr>
              <a:r>
                <a:rPr kumimoji="0" lang="en-US" sz="1200" b="1" i="0" u="none" strike="noStrike" kern="1200" cap="all" spc="4" normalizeH="0" baseline="0" noProof="0" dirty="0">
                  <a:ln>
                    <a:noFill/>
                  </a:ln>
                  <a:solidFill>
                    <a:srgbClr val="000000"/>
                  </a:solidFill>
                  <a:effectLst/>
                  <a:uLnTx/>
                  <a:uFillTx/>
                  <a:latin typeface="Barlow"/>
                  <a:ea typeface="+mn-ea"/>
                  <a:cs typeface="Arial" panose="020B0604020202020204" pitchFamily="34" charset="0"/>
                </a:rPr>
                <a:t>Sample Profile &amp; Sample Size</a:t>
              </a:r>
            </a:p>
            <a:p>
              <a:pPr marL="9525" marR="0" lvl="0" indent="0" algn="r" defTabSz="91440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8" normalizeH="0" baseline="0" noProof="0" dirty="0">
                  <a:ln>
                    <a:noFill/>
                  </a:ln>
                  <a:solidFill>
                    <a:srgbClr val="000000"/>
                  </a:solidFill>
                  <a:effectLst/>
                  <a:uLnTx/>
                  <a:uFillTx/>
                  <a:latin typeface="Barlow"/>
                  <a:ea typeface="+mn-ea"/>
                  <a:cs typeface="Arial" panose="020B0604020202020204" pitchFamily="34" charset="0"/>
                </a:rPr>
                <a:t>Profile:</a:t>
              </a:r>
            </a:p>
            <a:p>
              <a:pPr marL="9525" marR="0" lvl="0" indent="0" algn="r" defTabSz="914400" rtl="0" eaLnBrk="1" fontAlgn="auto" latinLnBrk="0" hangingPunct="1">
                <a:lnSpc>
                  <a:spcPct val="100000"/>
                </a:lnSpc>
                <a:spcBef>
                  <a:spcPts val="300"/>
                </a:spcBef>
                <a:spcAft>
                  <a:spcPts val="0"/>
                </a:spcAft>
                <a:buClrTx/>
                <a:buSzTx/>
                <a:buFontTx/>
                <a:buNone/>
                <a:tabLst/>
                <a:defRPr/>
              </a:pPr>
              <a:r>
                <a:rPr lang="en-US" sz="1100" b="1" spc="8" dirty="0">
                  <a:solidFill>
                    <a:srgbClr val="000000"/>
                  </a:solidFill>
                  <a:latin typeface="Barlow"/>
                  <a:cs typeface="Arial" panose="020B0604020202020204" pitchFamily="34" charset="0"/>
                </a:rPr>
                <a:t>Age; </a:t>
              </a:r>
              <a:r>
                <a:rPr lang="en-US" sz="1100" spc="8" dirty="0">
                  <a:solidFill>
                    <a:srgbClr val="000000"/>
                  </a:solidFill>
                  <a:latin typeface="Barlow"/>
                  <a:cs typeface="Arial" panose="020B0604020202020204" pitchFamily="34" charset="0"/>
                </a:rPr>
                <a:t>18+</a:t>
              </a:r>
            </a:p>
            <a:p>
              <a:pPr marL="9525" marR="0" lvl="0" indent="0" algn="r" defTabSz="914400" rtl="0" eaLnBrk="1" fontAlgn="auto" latinLnBrk="0" hangingPunct="1">
                <a:lnSpc>
                  <a:spcPct val="100000"/>
                </a:lnSpc>
                <a:spcBef>
                  <a:spcPts val="300"/>
                </a:spcBef>
                <a:spcAft>
                  <a:spcPts val="0"/>
                </a:spcAft>
                <a:buClrTx/>
                <a:buSzTx/>
                <a:buFontTx/>
                <a:buNone/>
                <a:tabLst/>
                <a:defRPr/>
              </a:pPr>
              <a:r>
                <a:rPr lang="en-US" sz="1100" b="1" spc="8" dirty="0">
                  <a:solidFill>
                    <a:srgbClr val="000000"/>
                  </a:solidFill>
                  <a:latin typeface="Barlow"/>
                  <a:cs typeface="Arial" panose="020B0604020202020204" pitchFamily="34" charset="0"/>
                </a:rPr>
                <a:t>Eligibity</a:t>
              </a:r>
              <a:r>
                <a:rPr lang="en-US" sz="1100" spc="8" dirty="0">
                  <a:solidFill>
                    <a:srgbClr val="000000"/>
                  </a:solidFill>
                  <a:latin typeface="Barlow"/>
                  <a:cs typeface="Arial" panose="020B0604020202020204" pitchFamily="34" charset="0"/>
                </a:rPr>
                <a:t>; Has a financial responsibility or is a key decision maker and owns a TV.</a:t>
              </a:r>
            </a:p>
            <a:p>
              <a:pPr marL="9525" marR="0" lvl="0" indent="0" algn="r" defTabSz="914400" rtl="0" eaLnBrk="1" fontAlgn="auto" latinLnBrk="0" hangingPunct="1">
                <a:lnSpc>
                  <a:spcPct val="100000"/>
                </a:lnSpc>
                <a:spcBef>
                  <a:spcPts val="300"/>
                </a:spcBef>
                <a:spcAft>
                  <a:spcPts val="0"/>
                </a:spcAft>
                <a:buClrTx/>
                <a:buSzTx/>
                <a:buFontTx/>
                <a:buNone/>
                <a:tabLst/>
                <a:defRPr/>
              </a:pPr>
              <a:r>
                <a:rPr lang="en-US" sz="1100" b="1" spc="8" dirty="0">
                  <a:solidFill>
                    <a:srgbClr val="000000"/>
                  </a:solidFill>
                  <a:latin typeface="Barlow"/>
                  <a:cs typeface="Arial" panose="020B0604020202020204" pitchFamily="34" charset="0"/>
                </a:rPr>
                <a:t>Income</a:t>
              </a:r>
              <a:r>
                <a:rPr lang="en-US" sz="1100" spc="8" dirty="0">
                  <a:solidFill>
                    <a:srgbClr val="000000"/>
                  </a:solidFill>
                  <a:latin typeface="Barlow"/>
                  <a:cs typeface="Arial" panose="020B0604020202020204" pitchFamily="34" charset="0"/>
                </a:rPr>
                <a:t>; $30&gt;</a:t>
              </a:r>
            </a:p>
            <a:p>
              <a:pPr marL="9525" marR="0" lvl="0" indent="0" algn="r" defTabSz="914400" rtl="0" eaLnBrk="1" fontAlgn="auto" latinLnBrk="0" hangingPunct="1">
                <a:lnSpc>
                  <a:spcPct val="100000"/>
                </a:lnSpc>
                <a:spcBef>
                  <a:spcPts val="300"/>
                </a:spcBef>
                <a:spcAft>
                  <a:spcPts val="0"/>
                </a:spcAft>
                <a:buClrTx/>
                <a:buSzTx/>
                <a:buFontTx/>
                <a:buNone/>
                <a:tabLst/>
                <a:defRPr/>
              </a:pPr>
              <a:endParaRPr lang="en-US" sz="1100" spc="8" dirty="0">
                <a:solidFill>
                  <a:srgbClr val="000000"/>
                </a:solidFill>
                <a:latin typeface="Barlow"/>
                <a:cs typeface="Arial" panose="020B0604020202020204" pitchFamily="34" charset="0"/>
              </a:endParaRPr>
            </a:p>
            <a:p>
              <a:pPr marL="9525" marR="0" lvl="0" indent="0" algn="r" defTabSz="914400" rtl="0" eaLnBrk="1" fontAlgn="auto" latinLnBrk="0" hangingPunct="1">
                <a:lnSpc>
                  <a:spcPct val="100000"/>
                </a:lnSpc>
                <a:spcBef>
                  <a:spcPts val="300"/>
                </a:spcBef>
                <a:spcAft>
                  <a:spcPts val="0"/>
                </a:spcAft>
                <a:buClrTx/>
                <a:buSzTx/>
                <a:buFontTx/>
                <a:buNone/>
                <a:tabLst/>
                <a:defRPr/>
              </a:pPr>
              <a:endParaRPr lang="en-US" sz="1200" b="1" spc="8" dirty="0">
                <a:solidFill>
                  <a:srgbClr val="000000"/>
                </a:solidFill>
                <a:latin typeface="Barlow"/>
                <a:cs typeface="Arial" panose="020B0604020202020204" pitchFamily="34" charset="0"/>
              </a:endParaRPr>
            </a:p>
            <a:p>
              <a:pPr marL="9525" marR="0" lvl="0" indent="0" algn="r" defTabSz="914400" rtl="0" eaLnBrk="1" fontAlgn="auto" latinLnBrk="0" hangingPunct="1">
                <a:lnSpc>
                  <a:spcPct val="100000"/>
                </a:lnSpc>
                <a:spcBef>
                  <a:spcPts val="300"/>
                </a:spcBef>
                <a:spcAft>
                  <a:spcPts val="0"/>
                </a:spcAft>
                <a:buClrTx/>
                <a:buSzTx/>
                <a:buFontTx/>
                <a:buNone/>
                <a:tabLst/>
                <a:defRPr/>
              </a:pPr>
              <a:r>
                <a:rPr lang="en-GB" sz="1200" b="1" spc="8" dirty="0">
                  <a:solidFill>
                    <a:srgbClr val="000000"/>
                  </a:solidFill>
                  <a:latin typeface="Barlow"/>
                  <a:cs typeface="Arial" panose="020B0604020202020204" pitchFamily="34" charset="0"/>
                </a:rPr>
                <a:t> N</a:t>
              </a:r>
              <a:r>
                <a:rPr lang="en-GB" sz="1200" spc="8" dirty="0">
                  <a:solidFill>
                    <a:srgbClr val="000000"/>
                  </a:solidFill>
                  <a:latin typeface="Barlow"/>
                  <a:cs typeface="Arial" panose="020B0604020202020204" pitchFamily="34" charset="0"/>
                </a:rPr>
                <a:t>=1000</a:t>
              </a:r>
              <a:endParaRPr kumimoji="0" lang="en-US" sz="1100" b="0" i="0" u="none" strike="noStrike" kern="1200" cap="none" spc="8" normalizeH="0" baseline="0" noProof="0" dirty="0">
                <a:ln>
                  <a:noFill/>
                </a:ln>
                <a:solidFill>
                  <a:srgbClr val="000000"/>
                </a:solidFill>
                <a:effectLst/>
                <a:uLnTx/>
                <a:uFillTx/>
                <a:latin typeface="Barlow"/>
                <a:ea typeface="+mn-ea"/>
                <a:cs typeface="Arial" panose="020B0604020202020204" pitchFamily="34" charset="0"/>
              </a:endParaRPr>
            </a:p>
            <a:p>
              <a:pPr marL="9525" marR="0" lvl="0" indent="0" algn="r" defTabSz="914400" rtl="0" eaLnBrk="1" fontAlgn="auto" latinLnBrk="0" hangingPunct="1">
                <a:lnSpc>
                  <a:spcPct val="100000"/>
                </a:lnSpc>
                <a:spcBef>
                  <a:spcPts val="300"/>
                </a:spcBef>
                <a:spcAft>
                  <a:spcPts val="0"/>
                </a:spcAft>
                <a:buClrTx/>
                <a:buSzTx/>
                <a:buFontTx/>
                <a:buNone/>
                <a:tabLst/>
                <a:defRPr/>
              </a:pPr>
              <a:endParaRPr kumimoji="0" lang="en-US" sz="1100" b="0" i="0" u="none" strike="noStrike" kern="1200" cap="none" spc="4" normalizeH="0" baseline="0" noProof="0" dirty="0">
                <a:ln>
                  <a:noFill/>
                </a:ln>
                <a:solidFill>
                  <a:srgbClr val="000000"/>
                </a:solidFill>
                <a:effectLst/>
                <a:uLnTx/>
                <a:uFillTx/>
                <a:latin typeface="Barlow"/>
                <a:ea typeface="+mn-ea"/>
                <a:cs typeface="Arial" panose="020B0604020202020204" pitchFamily="34" charset="0"/>
              </a:endParaRPr>
            </a:p>
          </p:txBody>
        </p:sp>
        <p:sp>
          <p:nvSpPr>
            <p:cNvPr id="9" name="Rectangle 8">
              <a:extLst>
                <a:ext uri="{FF2B5EF4-FFF2-40B4-BE49-F238E27FC236}">
                  <a16:creationId xmlns:a16="http://schemas.microsoft.com/office/drawing/2014/main" id="{5850813F-2B94-6BCB-C914-EF9BCD391A6B}"/>
                </a:ext>
              </a:extLst>
            </p:cNvPr>
            <p:cNvSpPr/>
            <p:nvPr/>
          </p:nvSpPr>
          <p:spPr>
            <a:xfrm>
              <a:off x="749285" y="2212333"/>
              <a:ext cx="1822284" cy="1303899"/>
            </a:xfrm>
            <a:prstGeom prst="rect">
              <a:avLst/>
            </a:prstGeom>
          </p:spPr>
          <p:txBody>
            <a:bodyPr wrap="square" lIns="0" tIns="0" rIns="0" bIns="0">
              <a:noAutofit/>
            </a:bodyPr>
            <a:lstStyle/>
            <a:p>
              <a:pPr marL="0" marR="0" lvl="0" indent="0" algn="r" defTabSz="685800" rtl="0" eaLnBrk="1" fontAlgn="auto" latinLnBrk="0" hangingPunct="1">
                <a:lnSpc>
                  <a:spcPct val="100000"/>
                </a:lnSpc>
                <a:spcBef>
                  <a:spcPts val="300"/>
                </a:spcBef>
                <a:spcAft>
                  <a:spcPts val="0"/>
                </a:spcAft>
                <a:buClrTx/>
                <a:buSzTx/>
                <a:buFontTx/>
                <a:buNone/>
                <a:tabLst/>
                <a:defRPr/>
              </a:pPr>
              <a:r>
                <a:rPr kumimoji="0" lang="en-US" sz="1200" b="1" i="0" u="none" strike="noStrike" kern="1200" cap="all" spc="4" normalizeH="0" baseline="0" noProof="0" dirty="0">
                  <a:ln>
                    <a:noFill/>
                  </a:ln>
                  <a:solidFill>
                    <a:srgbClr val="000000"/>
                  </a:solidFill>
                  <a:effectLst/>
                  <a:uLnTx/>
                  <a:uFillTx/>
                  <a:latin typeface="Barlow"/>
                  <a:ea typeface="+mn-ea"/>
                  <a:cs typeface="Arial" panose="020B0604020202020204" pitchFamily="34" charset="0"/>
                </a:rPr>
                <a:t>Mode of Data collection</a:t>
              </a:r>
            </a:p>
            <a:p>
              <a:pPr marL="180975" indent="-171450" algn="r">
                <a:spcBef>
                  <a:spcPts val="300"/>
                </a:spcBef>
                <a:buFont typeface="Arial" panose="020B0604020202020204" pitchFamily="34" charset="0"/>
                <a:buChar char="•"/>
                <a:defRPr/>
              </a:pPr>
              <a:r>
                <a:rPr lang="en-US" sz="1000" spc="8" dirty="0">
                  <a:solidFill>
                    <a:srgbClr val="000000"/>
                  </a:solidFill>
                  <a:latin typeface="Barlow"/>
                  <a:cs typeface="Arial" panose="020B0604020202020204" pitchFamily="34" charset="0"/>
                </a:rPr>
                <a:t>Face-to-face: random</a:t>
              </a:r>
              <a:br>
                <a:rPr lang="en-US" sz="1000" spc="8" dirty="0">
                  <a:solidFill>
                    <a:srgbClr val="000000"/>
                  </a:solidFill>
                  <a:latin typeface="Barlow"/>
                  <a:cs typeface="Arial" panose="020B0604020202020204" pitchFamily="34" charset="0"/>
                </a:rPr>
              </a:br>
              <a:r>
                <a:rPr lang="en-US" sz="1000" spc="8" dirty="0">
                  <a:solidFill>
                    <a:srgbClr val="000000"/>
                  </a:solidFill>
                  <a:latin typeface="Barlow"/>
                  <a:cs typeface="Arial" panose="020B0604020202020204" pitchFamily="34" charset="0"/>
                </a:rPr>
                <a:t>in-home interviews. </a:t>
              </a:r>
            </a:p>
          </p:txBody>
        </p:sp>
        <p:sp>
          <p:nvSpPr>
            <p:cNvPr id="11" name="Rectangle 10">
              <a:extLst>
                <a:ext uri="{FF2B5EF4-FFF2-40B4-BE49-F238E27FC236}">
                  <a16:creationId xmlns:a16="http://schemas.microsoft.com/office/drawing/2014/main" id="{B924379D-739C-CA5E-67E5-1E778EF0F059}"/>
                </a:ext>
              </a:extLst>
            </p:cNvPr>
            <p:cNvSpPr/>
            <p:nvPr/>
          </p:nvSpPr>
          <p:spPr>
            <a:xfrm>
              <a:off x="8431575" y="3232943"/>
              <a:ext cx="1856673" cy="2569896"/>
            </a:xfrm>
            <a:prstGeom prst="rect">
              <a:avLst/>
            </a:prstGeom>
          </p:spPr>
          <p:txBody>
            <a:bodyPr lIns="0" tIns="0" rIns="0" bIns="0">
              <a:no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1100" b="1" i="0" u="none" strike="noStrike" kern="1200" cap="all" spc="4" normalizeH="0" baseline="0" noProof="0" dirty="0">
                  <a:ln>
                    <a:noFill/>
                  </a:ln>
                  <a:solidFill>
                    <a:srgbClr val="000000"/>
                  </a:solidFill>
                  <a:effectLst/>
                  <a:uLnTx/>
                  <a:uFillTx/>
                  <a:latin typeface="Barlow"/>
                  <a:ea typeface="+mn-ea"/>
                  <a:cs typeface="Arial" panose="020B0604020202020204" pitchFamily="34" charset="0"/>
                </a:rPr>
                <a:t>Study regions – Kenya</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100" i="0" u="none" strike="noStrike" kern="1200" cap="none" spc="8" normalizeH="0" baseline="0" noProof="0" dirty="0">
                  <a:ln>
                    <a:noFill/>
                  </a:ln>
                  <a:solidFill>
                    <a:srgbClr val="000000"/>
                  </a:solidFill>
                  <a:effectLst/>
                  <a:uLnTx/>
                  <a:uFillTx/>
                  <a:latin typeface="Barlow"/>
                  <a:ea typeface="+mn-ea"/>
                  <a:cs typeface="Arial" panose="020B0604020202020204" pitchFamily="34" charset="0"/>
                </a:rPr>
                <a:t>Nairobi</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Mombasa</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Kisumu</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Nakuru</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Eldoret</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Kakamega</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Nyeri</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100" i="0" u="none" strike="noStrike" kern="1200" cap="none" spc="8" normalizeH="0" baseline="0" noProof="0" dirty="0">
                  <a:ln>
                    <a:noFill/>
                  </a:ln>
                  <a:solidFill>
                    <a:srgbClr val="000000"/>
                  </a:solidFill>
                  <a:effectLst/>
                  <a:uLnTx/>
                  <a:uFillTx/>
                  <a:latin typeface="Barlow"/>
                  <a:ea typeface="+mn-ea"/>
                  <a:cs typeface="Arial" panose="020B0604020202020204" pitchFamily="34" charset="0"/>
                </a:rPr>
                <a:t>Machakos</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Garissa</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100" i="0" u="none" strike="noStrike" kern="1200" cap="none" spc="8" normalizeH="0" baseline="0" noProof="0" dirty="0">
                  <a:ln>
                    <a:noFill/>
                  </a:ln>
                  <a:solidFill>
                    <a:srgbClr val="000000"/>
                  </a:solidFill>
                  <a:effectLst/>
                  <a:uLnTx/>
                  <a:uFillTx/>
                  <a:latin typeface="Barlow"/>
                  <a:ea typeface="+mn-ea"/>
                  <a:cs typeface="Arial" panose="020B0604020202020204" pitchFamily="34" charset="0"/>
                </a:rPr>
                <a:t>Meru</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100" spc="8" dirty="0">
                  <a:solidFill>
                    <a:srgbClr val="000000"/>
                  </a:solidFill>
                  <a:latin typeface="Barlow"/>
                  <a:cs typeface="Arial" panose="020B0604020202020204" pitchFamily="34" charset="0"/>
                </a:rPr>
                <a:t>Bungoma</a:t>
              </a:r>
              <a:endParaRPr kumimoji="0" lang="en-US" sz="1100" i="0" u="none" strike="noStrike" kern="1200" cap="none" spc="8" normalizeH="0" baseline="0" noProof="0" dirty="0">
                <a:ln>
                  <a:noFill/>
                </a:ln>
                <a:solidFill>
                  <a:srgbClr val="000000"/>
                </a:solidFill>
                <a:effectLst/>
                <a:uLnTx/>
                <a:uFillTx/>
                <a:latin typeface="Barlow"/>
                <a:ea typeface="+mn-ea"/>
                <a:cs typeface="Arial" panose="020B0604020202020204" pitchFamily="34" charset="0"/>
              </a:endParaRPr>
            </a:p>
          </p:txBody>
        </p:sp>
        <p:sp>
          <p:nvSpPr>
            <p:cNvPr id="15" name="Rectangle 14">
              <a:extLst>
                <a:ext uri="{FF2B5EF4-FFF2-40B4-BE49-F238E27FC236}">
                  <a16:creationId xmlns:a16="http://schemas.microsoft.com/office/drawing/2014/main" id="{36229CD4-828E-7417-4D64-4BC60457DC7C}"/>
                </a:ext>
              </a:extLst>
            </p:cNvPr>
            <p:cNvSpPr/>
            <p:nvPr/>
          </p:nvSpPr>
          <p:spPr>
            <a:xfrm>
              <a:off x="8375844" y="2212333"/>
              <a:ext cx="3025020" cy="981369"/>
            </a:xfrm>
            <a:prstGeom prst="rect">
              <a:avLst/>
            </a:prstGeom>
          </p:spPr>
          <p:txBody>
            <a:bodyPr wrap="none" lIns="0" tIns="0" rIns="0" bIns="0">
              <a:no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fr-FR" sz="1200" b="1" i="0" u="none" strike="noStrike" kern="1200" cap="all" spc="4" normalizeH="0" baseline="0" noProof="0" dirty="0">
                  <a:ln>
                    <a:noFill/>
                  </a:ln>
                  <a:solidFill>
                    <a:srgbClr val="000000"/>
                  </a:solidFill>
                  <a:effectLst/>
                  <a:uLnTx/>
                  <a:uFillTx/>
                  <a:latin typeface="Barlow"/>
                  <a:ea typeface="+mn-ea"/>
                  <a:cs typeface="Arial" panose="020B0604020202020204" pitchFamily="34" charset="0"/>
                </a:rPr>
                <a:t>Questionnaire</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fr-FR" sz="1200" b="0" i="0" u="none" strike="noStrike" kern="1200" cap="none" spc="4" normalizeH="0" baseline="0" noProof="0" dirty="0">
                  <a:ln>
                    <a:noFill/>
                  </a:ln>
                  <a:solidFill>
                    <a:srgbClr val="000000"/>
                  </a:solidFill>
                  <a:effectLst/>
                  <a:uLnTx/>
                  <a:uFillTx/>
                  <a:latin typeface="Barlow"/>
                  <a:ea typeface="+mn-ea"/>
                  <a:cs typeface="Arial" panose="020B0604020202020204" pitchFamily="34" charset="0"/>
                </a:rPr>
                <a:t>Structured; </a:t>
              </a:r>
            </a:p>
            <a:p>
              <a:pPr marL="171450" marR="0" lvl="0" indent="-171450" algn="l" defTabSz="6858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fr-FR" sz="1100" b="0" i="1" u="none" strike="noStrike" kern="1200" cap="none" spc="4" normalizeH="0" baseline="0" noProof="0" dirty="0">
                  <a:ln>
                    <a:noFill/>
                  </a:ln>
                  <a:solidFill>
                    <a:srgbClr val="000000"/>
                  </a:solidFill>
                  <a:effectLst/>
                  <a:uLnTx/>
                  <a:uFillTx/>
                  <a:latin typeface="Barlow"/>
                  <a:ea typeface="+mn-ea"/>
                  <a:cs typeface="Arial" panose="020B0604020202020204" pitchFamily="34" charset="0"/>
                </a:rPr>
                <a:t>Face-to-face: </a:t>
              </a:r>
              <a:r>
                <a:rPr lang="fr-FR" sz="1100" i="1" spc="8" dirty="0">
                  <a:solidFill>
                    <a:srgbClr val="000000"/>
                  </a:solidFill>
                  <a:latin typeface="Barlow"/>
                  <a:cs typeface="Arial" panose="020B0604020202020204" pitchFamily="34" charset="0"/>
                </a:rPr>
                <a:t>40</a:t>
              </a:r>
              <a:r>
                <a:rPr kumimoji="0" lang="fr-FR" sz="1100" b="0" i="1" u="none" strike="noStrike" kern="1200" cap="none" spc="8" normalizeH="0" baseline="0" noProof="0" dirty="0">
                  <a:ln>
                    <a:noFill/>
                  </a:ln>
                  <a:solidFill>
                    <a:srgbClr val="000000"/>
                  </a:solidFill>
                  <a:effectLst/>
                  <a:uLnTx/>
                  <a:uFillTx/>
                  <a:latin typeface="Barlow"/>
                  <a:ea typeface="+mn-ea"/>
                  <a:cs typeface="Arial" panose="020B0604020202020204" pitchFamily="34" charset="0"/>
                </a:rPr>
                <a:t> </a:t>
              </a:r>
              <a:r>
                <a:rPr kumimoji="0" lang="fr-FR" sz="1100" b="0" i="1" u="none" strike="noStrike" kern="1200" cap="none" spc="4" normalizeH="0" baseline="0" noProof="0" dirty="0">
                  <a:ln>
                    <a:noFill/>
                  </a:ln>
                  <a:solidFill>
                    <a:srgbClr val="000000"/>
                  </a:solidFill>
                  <a:effectLst/>
                  <a:uLnTx/>
                  <a:uFillTx/>
                  <a:latin typeface="Barlow"/>
                  <a:ea typeface="+mn-ea"/>
                  <a:cs typeface="Arial" panose="020B0604020202020204" pitchFamily="34" charset="0"/>
                </a:rPr>
                <a:t>minutes.</a:t>
              </a:r>
              <a:endParaRPr kumimoji="0" lang="fr-FR" sz="1200" b="0" i="0" u="none" strike="noStrike" kern="1200" cap="none" spc="0" normalizeH="0" baseline="0" noProof="0" dirty="0">
                <a:ln>
                  <a:noFill/>
                </a:ln>
                <a:solidFill>
                  <a:srgbClr val="000000"/>
                </a:solidFill>
                <a:effectLst/>
                <a:uLnTx/>
                <a:uFillTx/>
                <a:latin typeface="Barlow"/>
                <a:ea typeface="+mn-ea"/>
                <a:cs typeface="Arial" panose="020B0604020202020204" pitchFamily="34" charset="0"/>
              </a:endParaRPr>
            </a:p>
          </p:txBody>
        </p:sp>
        <p:sp>
          <p:nvSpPr>
            <p:cNvPr id="21" name="Rectangle 20">
              <a:extLst>
                <a:ext uri="{FF2B5EF4-FFF2-40B4-BE49-F238E27FC236}">
                  <a16:creationId xmlns:a16="http://schemas.microsoft.com/office/drawing/2014/main" id="{C18920C6-398F-CD8C-5F5A-846C316DC096}"/>
                </a:ext>
              </a:extLst>
            </p:cNvPr>
            <p:cNvSpPr/>
            <p:nvPr/>
          </p:nvSpPr>
          <p:spPr>
            <a:xfrm>
              <a:off x="5006300" y="5475791"/>
              <a:ext cx="1856673" cy="654095"/>
            </a:xfrm>
            <a:prstGeom prst="rect">
              <a:avLst/>
            </a:prstGeom>
          </p:spPr>
          <p:txBody>
            <a:bodyPr wrap="none" lIns="0" tIns="0" rIns="0" bIns="0" anchor="ctr">
              <a:no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1200" b="1" i="0" u="none" strike="noStrike" kern="1200" cap="all" spc="4" normalizeH="0" baseline="0" noProof="0" dirty="0">
                  <a:ln>
                    <a:noFill/>
                  </a:ln>
                  <a:solidFill>
                    <a:srgbClr val="000000"/>
                  </a:solidFill>
                  <a:effectLst/>
                  <a:uLnTx/>
                  <a:uFillTx/>
                  <a:latin typeface="Barlow"/>
                  <a:ea typeface="+mn-ea"/>
                  <a:cs typeface="Arial" panose="020B0604020202020204" pitchFamily="34" charset="0"/>
                </a:rPr>
                <a:t>TOTAL SAMPLE</a:t>
              </a:r>
            </a:p>
            <a:p>
              <a:pPr marL="0" marR="0" lvl="0" indent="0" algn="l" defTabSz="914400" rtl="0" eaLnBrk="1" fontAlgn="auto" latinLnBrk="0" hangingPunct="1">
                <a:lnSpc>
                  <a:spcPct val="100000"/>
                </a:lnSpc>
                <a:spcBef>
                  <a:spcPts val="300"/>
                </a:spcBef>
                <a:spcAft>
                  <a:spcPts val="0"/>
                </a:spcAft>
                <a:buClrTx/>
                <a:buSzTx/>
                <a:buFontTx/>
                <a:buNone/>
                <a:tabLst/>
                <a:defRPr/>
              </a:pPr>
              <a:r>
                <a:rPr lang="en-US" sz="1200" spc="4" dirty="0">
                  <a:solidFill>
                    <a:srgbClr val="000000"/>
                  </a:solidFill>
                  <a:latin typeface="Barlow"/>
                  <a:cs typeface="Arial" panose="020B0604020202020204" pitchFamily="34" charset="0"/>
                </a:rPr>
                <a:t>n</a:t>
              </a:r>
              <a:r>
                <a:rPr kumimoji="0" lang="en-US" sz="1200" b="0" i="0" u="none" strike="noStrike" kern="1200" cap="none" spc="4" normalizeH="0" baseline="0" noProof="0" dirty="0">
                  <a:ln>
                    <a:noFill/>
                  </a:ln>
                  <a:solidFill>
                    <a:srgbClr val="000000"/>
                  </a:solidFill>
                  <a:effectLst/>
                  <a:uLnTx/>
                  <a:uFillTx/>
                  <a:latin typeface="Barlow"/>
                  <a:ea typeface="+mn-ea"/>
                  <a:cs typeface="Arial" panose="020B0604020202020204" pitchFamily="34" charset="0"/>
                </a:rPr>
                <a:t>=1000</a:t>
              </a:r>
            </a:p>
          </p:txBody>
        </p:sp>
      </p:grpSp>
      <p:cxnSp>
        <p:nvCxnSpPr>
          <p:cNvPr id="24" name="Straight Connector 23">
            <a:extLst>
              <a:ext uri="{FF2B5EF4-FFF2-40B4-BE49-F238E27FC236}">
                <a16:creationId xmlns:a16="http://schemas.microsoft.com/office/drawing/2014/main" id="{030FBF01-F0CC-F01F-317F-A22455C9EFDA}"/>
              </a:ext>
            </a:extLst>
          </p:cNvPr>
          <p:cNvCxnSpPr>
            <a:cxnSpLocks/>
          </p:cNvCxnSpPr>
          <p:nvPr/>
        </p:nvCxnSpPr>
        <p:spPr>
          <a:xfrm flipH="1">
            <a:off x="7255504" y="2718686"/>
            <a:ext cx="1224136" cy="0"/>
          </a:xfrm>
          <a:prstGeom prst="line">
            <a:avLst/>
          </a:prstGeom>
          <a:ln w="15875">
            <a:solidFill>
              <a:srgbClr val="009FD1"/>
            </a:solidFill>
            <a:headEnd type="ova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5A3BC53-469F-5343-CB11-3AA2DD9FEC43}"/>
              </a:ext>
            </a:extLst>
          </p:cNvPr>
          <p:cNvCxnSpPr>
            <a:cxnSpLocks/>
          </p:cNvCxnSpPr>
          <p:nvPr/>
        </p:nvCxnSpPr>
        <p:spPr>
          <a:xfrm flipH="1">
            <a:off x="8153883" y="3835359"/>
            <a:ext cx="504056" cy="0"/>
          </a:xfrm>
          <a:prstGeom prst="line">
            <a:avLst/>
          </a:prstGeom>
          <a:ln w="15875">
            <a:solidFill>
              <a:srgbClr val="009FD1"/>
            </a:solidFill>
            <a:head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E437D07-C13D-E26A-E0AB-547872A5AC31}"/>
              </a:ext>
            </a:extLst>
          </p:cNvPr>
          <p:cNvCxnSpPr>
            <a:cxnSpLocks/>
          </p:cNvCxnSpPr>
          <p:nvPr/>
        </p:nvCxnSpPr>
        <p:spPr>
          <a:xfrm flipV="1">
            <a:off x="3242381" y="2698816"/>
            <a:ext cx="960893" cy="19870"/>
          </a:xfrm>
          <a:prstGeom prst="line">
            <a:avLst/>
          </a:prstGeom>
          <a:ln w="15875">
            <a:solidFill>
              <a:srgbClr val="009FD1"/>
            </a:solidFill>
            <a:head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1125FC4-B787-3EAA-E80E-8D374CB84A88}"/>
              </a:ext>
            </a:extLst>
          </p:cNvPr>
          <p:cNvCxnSpPr>
            <a:cxnSpLocks/>
          </p:cNvCxnSpPr>
          <p:nvPr/>
        </p:nvCxnSpPr>
        <p:spPr>
          <a:xfrm>
            <a:off x="3220862" y="3982513"/>
            <a:ext cx="504056" cy="0"/>
          </a:xfrm>
          <a:prstGeom prst="line">
            <a:avLst/>
          </a:prstGeom>
          <a:ln w="15875">
            <a:solidFill>
              <a:srgbClr val="009FD1"/>
            </a:solidFill>
            <a:headEnd type="ova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B0FCB1C2-9B17-9DD6-2C7B-DF3196A5ACA8}"/>
              </a:ext>
            </a:extLst>
          </p:cNvPr>
          <p:cNvSpPr/>
          <p:nvPr/>
        </p:nvSpPr>
        <p:spPr>
          <a:xfrm>
            <a:off x="4529959" y="2706169"/>
            <a:ext cx="2522747" cy="252274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Barlow"/>
                <a:ea typeface="+mn-ea"/>
                <a:cs typeface="+mn-cs"/>
              </a:rPr>
              <a:t>RESEARCH DESIGN</a:t>
            </a:r>
            <a:endParaRPr kumimoji="0" lang="en-GB" sz="1600" b="1" i="0" u="none" strike="noStrike" kern="1200" cap="none" spc="0" normalizeH="0" baseline="0" noProof="0" dirty="0">
              <a:ln>
                <a:noFill/>
              </a:ln>
              <a:solidFill>
                <a:prstClr val="white"/>
              </a:solidFill>
              <a:effectLst/>
              <a:uLnTx/>
              <a:uFillTx/>
              <a:latin typeface="Barlow"/>
              <a:ea typeface="+mn-ea"/>
              <a:cs typeface="+mn-cs"/>
            </a:endParaRPr>
          </a:p>
        </p:txBody>
      </p:sp>
      <p:pic>
        <p:nvPicPr>
          <p:cNvPr id="32" name="Graphic 31">
            <a:extLst>
              <a:ext uri="{FF2B5EF4-FFF2-40B4-BE49-F238E27FC236}">
                <a16:creationId xmlns:a16="http://schemas.microsoft.com/office/drawing/2014/main" id="{2ED60B7E-E2E4-DAFB-4B62-4A1877CF24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51631" y="2335041"/>
            <a:ext cx="3479404" cy="2210445"/>
          </a:xfrm>
          <a:prstGeom prst="rect">
            <a:avLst/>
          </a:prstGeom>
        </p:spPr>
      </p:pic>
    </p:spTree>
    <p:extLst>
      <p:ext uri="{BB962C8B-B14F-4D97-AF65-F5344CB8AC3E}">
        <p14:creationId xmlns:p14="http://schemas.microsoft.com/office/powerpoint/2010/main" val="799976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A408FF-5E69-6A93-4DE5-8F58DE5A0FC5}"/>
              </a:ext>
            </a:extLst>
          </p:cNvPr>
          <p:cNvSpPr>
            <a:spLocks noGrp="1"/>
          </p:cNvSpPr>
          <p:nvPr>
            <p:ph type="title"/>
          </p:nvPr>
        </p:nvSpPr>
        <p:spPr>
          <a:xfrm>
            <a:off x="246262" y="464175"/>
            <a:ext cx="7265585" cy="1610016"/>
          </a:xfrm>
        </p:spPr>
        <p:txBody>
          <a:bodyPr/>
          <a:lstStyle/>
          <a:p>
            <a:r>
              <a:rPr lang="en-GB" dirty="0"/>
              <a:t>QUALITY ASSURANCE</a:t>
            </a:r>
          </a:p>
        </p:txBody>
      </p:sp>
      <p:sp>
        <p:nvSpPr>
          <p:cNvPr id="9" name="Chapter Number">
            <a:extLst>
              <a:ext uri="{FF2B5EF4-FFF2-40B4-BE49-F238E27FC236}">
                <a16:creationId xmlns:a16="http://schemas.microsoft.com/office/drawing/2014/main" id="{47930916-3B02-19B2-0DFB-711BF69F96C3}"/>
              </a:ext>
              <a:ext uri="{C183D7F6-B498-43B3-948B-1728B52AA6E4}">
                <adec:decorative xmlns:adec="http://schemas.microsoft.com/office/drawing/2017/decorative" val="1"/>
              </a:ext>
            </a:extLst>
          </p:cNvPr>
          <p:cNvSpPr>
            <a:spLocks noGrp="1"/>
          </p:cNvSpPr>
          <p:nvPr>
            <p:ph type="body" sz="quarter" idx="10"/>
          </p:nvPr>
        </p:nvSpPr>
        <p:spPr/>
        <p:txBody>
          <a:bodyPr>
            <a:normAutofit/>
          </a:bodyPr>
          <a:lstStyle/>
          <a:p>
            <a:r>
              <a:rPr lang="en-GB" dirty="0"/>
              <a:t>03</a:t>
            </a:r>
          </a:p>
        </p:txBody>
      </p:sp>
      <p:sp>
        <p:nvSpPr>
          <p:cNvPr id="10" name="Parallelogram">
            <a:extLst>
              <a:ext uri="{FF2B5EF4-FFF2-40B4-BE49-F238E27FC236}">
                <a16:creationId xmlns:a16="http://schemas.microsoft.com/office/drawing/2014/main" id="{0EC7448C-350A-4BAB-4D9D-BACA767A50B4}"/>
              </a:ext>
              <a:ext uri="{C183D7F6-B498-43B3-948B-1728B52AA6E4}">
                <adec:decorative xmlns:adec="http://schemas.microsoft.com/office/drawing/2017/decorative" val="1"/>
              </a:ext>
            </a:extLst>
          </p:cNvPr>
          <p:cNvSpPr/>
          <p:nvPr/>
        </p:nvSpPr>
        <p:spPr>
          <a:xfrm rot="8100000">
            <a:off x="8522171" y="5570679"/>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GB" sz="1400" b="0" i="0" u="none" strike="noStrike" kern="1200" cap="none" spc="0" normalizeH="0" baseline="0" noProof="0" dirty="0" err="1">
              <a:ln>
                <a:noFill/>
              </a:ln>
              <a:solidFill>
                <a:prstClr val="black"/>
              </a:solidFill>
              <a:effectLst/>
              <a:uLnTx/>
              <a:uFillTx/>
              <a:latin typeface="Barlow"/>
              <a:ea typeface="+mn-ea"/>
              <a:cs typeface="+mn-cs"/>
            </a:endParaRPr>
          </a:p>
        </p:txBody>
      </p:sp>
    </p:spTree>
    <p:extLst>
      <p:ext uri="{BB962C8B-B14F-4D97-AF65-F5344CB8AC3E}">
        <p14:creationId xmlns:p14="http://schemas.microsoft.com/office/powerpoint/2010/main" val="3728681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3E778A5-E7EA-6465-13A7-441FE1160CBC}"/>
              </a:ext>
            </a:extLst>
          </p:cNvPr>
          <p:cNvSpPr>
            <a:spLocks noGrp="1"/>
          </p:cNvSpPr>
          <p:nvPr>
            <p:ph type="title"/>
          </p:nvPr>
        </p:nvSpPr>
        <p:spPr>
          <a:xfrm>
            <a:off x="4248353" y="265919"/>
            <a:ext cx="3474720" cy="457200"/>
          </a:xfrm>
        </p:spPr>
        <p:txBody>
          <a:bodyPr/>
          <a:lstStyle/>
          <a:p>
            <a:r>
              <a:rPr lang="en-GB" dirty="0">
                <a:solidFill>
                  <a:srgbClr val="0070C0"/>
                </a:solidFill>
              </a:rPr>
              <a:t>QUALITY ASSURANCE</a:t>
            </a:r>
          </a:p>
        </p:txBody>
      </p:sp>
      <p:sp>
        <p:nvSpPr>
          <p:cNvPr id="12" name="Parallelogram 2">
            <a:extLst>
              <a:ext uri="{FF2B5EF4-FFF2-40B4-BE49-F238E27FC236}">
                <a16:creationId xmlns:a16="http://schemas.microsoft.com/office/drawing/2014/main" id="{DF37C8CB-DEBD-9CF2-4196-6521F681E27D}"/>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B52C2BF2-F816-1D55-C30D-9E7F9073C690}"/>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26" name="TextBox 25">
            <a:extLst>
              <a:ext uri="{FF2B5EF4-FFF2-40B4-BE49-F238E27FC236}">
                <a16:creationId xmlns:a16="http://schemas.microsoft.com/office/drawing/2014/main" id="{251D2298-4B1D-8A34-5388-D359867144A6}"/>
              </a:ext>
            </a:extLst>
          </p:cNvPr>
          <p:cNvSpPr txBox="1"/>
          <p:nvPr/>
        </p:nvSpPr>
        <p:spPr>
          <a:xfrm>
            <a:off x="147006" y="894398"/>
            <a:ext cx="8412480" cy="365760"/>
          </a:xfrm>
          <a:prstGeom prst="rect">
            <a:avLst/>
          </a:prstGeom>
          <a:noFill/>
        </p:spPr>
        <p:txBody>
          <a:bodyPr wrap="square" lIns="0" tIns="0" rIns="0" bIns="0" rtlCol="0">
            <a:spAutoFit/>
          </a:bodyPr>
          <a:lstStyle/>
          <a:p>
            <a:pPr>
              <a:lnSpc>
                <a:spcPct val="150000"/>
              </a:lnSpc>
              <a:spcBef>
                <a:spcPts val="400"/>
              </a:spcBef>
              <a:spcAft>
                <a:spcPts val="400"/>
              </a:spcAft>
              <a:buSzPct val="100000"/>
            </a:pPr>
            <a:r>
              <a:rPr lang="en-US" sz="1600" dirty="0">
                <a:latin typeface="Arial" panose="020B0604020202020204" pitchFamily="34" charset="0"/>
                <a:cs typeface="Arial" panose="020B0604020202020204" pitchFamily="34" charset="0"/>
              </a:rPr>
              <a:t>The following were done pre-data collection implementation to ensure seamless execution:</a:t>
            </a:r>
            <a:endParaRPr lang="en-KE" sz="1600" dirty="0">
              <a:latin typeface="Arial" panose="020B0604020202020204" pitchFamily="34" charset="0"/>
              <a:cs typeface="Arial" panose="020B0604020202020204" pitchFamily="34" charset="0"/>
            </a:endParaRPr>
          </a:p>
          <a:p>
            <a:pPr marL="285750" indent="-285750" algn="l">
              <a:lnSpc>
                <a:spcPct val="150000"/>
              </a:lnSpc>
              <a:spcBef>
                <a:spcPts val="400"/>
              </a:spcBef>
              <a:spcAft>
                <a:spcPts val="400"/>
              </a:spcAft>
              <a:buSzPct val="10000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2" name="Arrow: Chevron 1">
            <a:extLst>
              <a:ext uri="{FF2B5EF4-FFF2-40B4-BE49-F238E27FC236}">
                <a16:creationId xmlns:a16="http://schemas.microsoft.com/office/drawing/2014/main" id="{64B1C408-72FE-69A1-8A3D-D716C531E349}"/>
              </a:ext>
            </a:extLst>
          </p:cNvPr>
          <p:cNvSpPr/>
          <p:nvPr/>
        </p:nvSpPr>
        <p:spPr>
          <a:xfrm>
            <a:off x="1100138" y="1553361"/>
            <a:ext cx="4252912" cy="9144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5000"/>
              </a:lnSpc>
              <a:spcBef>
                <a:spcPts val="400"/>
              </a:spcBef>
              <a:spcAft>
                <a:spcPts val="400"/>
              </a:spcAft>
            </a:pPr>
            <a:r>
              <a:rPr lang="en-US" dirty="0">
                <a:solidFill>
                  <a:schemeClr val="bg1"/>
                </a:solidFill>
                <a:latin typeface="Arial" panose="020B0604020202020204" pitchFamily="34" charset="0"/>
                <a:cs typeface="Arial" panose="020B0604020202020204" pitchFamily="34" charset="0"/>
              </a:rPr>
              <a:t>  </a:t>
            </a:r>
          </a:p>
          <a:p>
            <a:pPr algn="l">
              <a:lnSpc>
                <a:spcPct val="115000"/>
              </a:lnSpc>
              <a:spcBef>
                <a:spcPts val="400"/>
              </a:spcBef>
              <a:spcAft>
                <a:spcPts val="400"/>
              </a:spcAft>
            </a:pPr>
            <a:r>
              <a:rPr lang="en-US" b="1" dirty="0">
                <a:solidFill>
                  <a:schemeClr val="bg1"/>
                </a:solidFill>
                <a:latin typeface="Arial" panose="020B0604020202020204" pitchFamily="34" charset="0"/>
                <a:cs typeface="Arial" panose="020B0604020202020204" pitchFamily="34" charset="0"/>
              </a:rPr>
              <a:t>Training Sessions</a:t>
            </a:r>
          </a:p>
          <a:p>
            <a:pPr algn="l">
              <a:lnSpc>
                <a:spcPct val="115000"/>
              </a:lnSpc>
              <a:spcBef>
                <a:spcPts val="400"/>
              </a:spcBef>
              <a:spcAft>
                <a:spcPts val="400"/>
              </a:spcAft>
            </a:pPr>
            <a:endParaRPr lang="en-US" b="1" dirty="0">
              <a:solidFill>
                <a:schemeClr val="bg1"/>
              </a:solidFill>
              <a:latin typeface="Arial" panose="020B0604020202020204" pitchFamily="34" charset="0"/>
              <a:cs typeface="Arial" panose="020B0604020202020204" pitchFamily="34" charset="0"/>
            </a:endParaRPr>
          </a:p>
        </p:txBody>
      </p:sp>
      <p:sp>
        <p:nvSpPr>
          <p:cNvPr id="3" name="Arrow: Chevron 2">
            <a:extLst>
              <a:ext uri="{FF2B5EF4-FFF2-40B4-BE49-F238E27FC236}">
                <a16:creationId xmlns:a16="http://schemas.microsoft.com/office/drawing/2014/main" id="{82E0D861-5880-D2B5-1FD6-BC4A5DEDA573}"/>
              </a:ext>
            </a:extLst>
          </p:cNvPr>
          <p:cNvSpPr/>
          <p:nvPr/>
        </p:nvSpPr>
        <p:spPr>
          <a:xfrm>
            <a:off x="1100138" y="3118726"/>
            <a:ext cx="4252912" cy="914400"/>
          </a:xfrm>
          <a:prstGeom prst="chevron">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5000"/>
              </a:lnSpc>
              <a:spcBef>
                <a:spcPts val="400"/>
              </a:spcBef>
              <a:spcAft>
                <a:spcPts val="400"/>
              </a:spcAft>
            </a:pPr>
            <a:endParaRPr lang="en-US" dirty="0">
              <a:solidFill>
                <a:schemeClr val="bg1"/>
              </a:solidFill>
              <a:latin typeface="Arial" panose="020B0604020202020204" pitchFamily="34" charset="0"/>
              <a:cs typeface="Arial" panose="020B0604020202020204" pitchFamily="34" charset="0"/>
            </a:endParaRPr>
          </a:p>
          <a:p>
            <a:pPr>
              <a:lnSpc>
                <a:spcPct val="115000"/>
              </a:lnSpc>
              <a:spcBef>
                <a:spcPts val="400"/>
              </a:spcBef>
              <a:spcAft>
                <a:spcPts val="400"/>
              </a:spcAft>
            </a:pPr>
            <a:r>
              <a:rPr lang="en-US" b="1" dirty="0">
                <a:solidFill>
                  <a:schemeClr val="bg1"/>
                </a:solidFill>
                <a:latin typeface="Arial" panose="020B0604020202020204" pitchFamily="34" charset="0"/>
                <a:cs typeface="Arial" panose="020B0604020202020204" pitchFamily="34" charset="0"/>
              </a:rPr>
              <a:t>Dummy Interviews</a:t>
            </a:r>
          </a:p>
        </p:txBody>
      </p:sp>
      <p:sp>
        <p:nvSpPr>
          <p:cNvPr id="5" name="Arrow: Chevron 4">
            <a:extLst>
              <a:ext uri="{FF2B5EF4-FFF2-40B4-BE49-F238E27FC236}">
                <a16:creationId xmlns:a16="http://schemas.microsoft.com/office/drawing/2014/main" id="{26BEE74C-DBED-786E-83D5-D553CFD3C183}"/>
              </a:ext>
            </a:extLst>
          </p:cNvPr>
          <p:cNvSpPr/>
          <p:nvPr/>
        </p:nvSpPr>
        <p:spPr>
          <a:xfrm>
            <a:off x="1100138" y="4699468"/>
            <a:ext cx="4095750" cy="914400"/>
          </a:xfrm>
          <a:prstGeom prst="chevron">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5000"/>
              </a:lnSpc>
              <a:spcBef>
                <a:spcPts val="400"/>
              </a:spcBef>
              <a:spcAft>
                <a:spcPts val="400"/>
              </a:spcAft>
            </a:pPr>
            <a:endParaRPr lang="en-US" dirty="0">
              <a:solidFill>
                <a:schemeClr val="bg1"/>
              </a:solidFill>
              <a:latin typeface="Arial" panose="020B0604020202020204" pitchFamily="34" charset="0"/>
              <a:cs typeface="Arial" panose="020B0604020202020204" pitchFamily="34" charset="0"/>
            </a:endParaRPr>
          </a:p>
          <a:p>
            <a:pPr algn="l">
              <a:lnSpc>
                <a:spcPct val="115000"/>
              </a:lnSpc>
              <a:spcBef>
                <a:spcPts val="400"/>
              </a:spcBef>
              <a:spcAft>
                <a:spcPts val="400"/>
              </a:spcAft>
            </a:pPr>
            <a:r>
              <a:rPr lang="en-US" b="1" dirty="0">
                <a:solidFill>
                  <a:schemeClr val="bg1"/>
                </a:solidFill>
                <a:latin typeface="Arial" panose="020B0604020202020204" pitchFamily="34" charset="0"/>
                <a:cs typeface="Arial" panose="020B0604020202020204" pitchFamily="34" charset="0"/>
              </a:rPr>
              <a:t>Scripts set-up &amp; Review</a:t>
            </a:r>
          </a:p>
        </p:txBody>
      </p:sp>
      <p:sp>
        <p:nvSpPr>
          <p:cNvPr id="6" name="Flowchart: Connector 5">
            <a:extLst>
              <a:ext uri="{FF2B5EF4-FFF2-40B4-BE49-F238E27FC236}">
                <a16:creationId xmlns:a16="http://schemas.microsoft.com/office/drawing/2014/main" id="{7A5E22AE-3FFF-4423-B323-71AB31B64B4C}"/>
              </a:ext>
            </a:extLst>
          </p:cNvPr>
          <p:cNvSpPr/>
          <p:nvPr/>
        </p:nvSpPr>
        <p:spPr>
          <a:xfrm>
            <a:off x="498634" y="1656789"/>
            <a:ext cx="731520" cy="731520"/>
          </a:xfrm>
          <a:prstGeom prst="flowChartConnector">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15000"/>
              </a:lnSpc>
              <a:spcBef>
                <a:spcPts val="400"/>
              </a:spcBef>
              <a:spcAft>
                <a:spcPts val="400"/>
              </a:spcAft>
            </a:pPr>
            <a:r>
              <a:rPr lang="en-US" sz="2000" b="1" dirty="0">
                <a:solidFill>
                  <a:schemeClr val="tx1"/>
                </a:solidFill>
              </a:rPr>
              <a:t> </a:t>
            </a:r>
            <a:r>
              <a:rPr lang="en-US" sz="2000" b="1" dirty="0">
                <a:solidFill>
                  <a:schemeClr val="bg1"/>
                </a:solidFill>
              </a:rPr>
              <a:t> 1</a:t>
            </a:r>
          </a:p>
        </p:txBody>
      </p:sp>
      <p:sp>
        <p:nvSpPr>
          <p:cNvPr id="7" name="Flowchart: Connector 6">
            <a:extLst>
              <a:ext uri="{FF2B5EF4-FFF2-40B4-BE49-F238E27FC236}">
                <a16:creationId xmlns:a16="http://schemas.microsoft.com/office/drawing/2014/main" id="{601F4C64-9884-F9AB-9CAD-CB92497012F4}"/>
              </a:ext>
            </a:extLst>
          </p:cNvPr>
          <p:cNvSpPr/>
          <p:nvPr/>
        </p:nvSpPr>
        <p:spPr>
          <a:xfrm>
            <a:off x="498634" y="3210166"/>
            <a:ext cx="731520" cy="731520"/>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15000"/>
              </a:lnSpc>
              <a:spcBef>
                <a:spcPts val="400"/>
              </a:spcBef>
              <a:spcAft>
                <a:spcPts val="400"/>
              </a:spcAft>
            </a:pPr>
            <a:r>
              <a:rPr lang="en-US" sz="1200" dirty="0">
                <a:solidFill>
                  <a:schemeClr val="tx1"/>
                </a:solidFill>
              </a:rPr>
              <a:t> </a:t>
            </a:r>
            <a:r>
              <a:rPr lang="en-US" sz="2000" b="1" dirty="0">
                <a:solidFill>
                  <a:schemeClr val="bg1"/>
                </a:solidFill>
              </a:rPr>
              <a:t>2</a:t>
            </a:r>
            <a:endParaRPr lang="en-US" sz="1200" b="1" dirty="0">
              <a:solidFill>
                <a:schemeClr val="bg1"/>
              </a:solidFill>
            </a:endParaRPr>
          </a:p>
        </p:txBody>
      </p:sp>
      <p:sp>
        <p:nvSpPr>
          <p:cNvPr id="8" name="Flowchart: Connector 7">
            <a:extLst>
              <a:ext uri="{FF2B5EF4-FFF2-40B4-BE49-F238E27FC236}">
                <a16:creationId xmlns:a16="http://schemas.microsoft.com/office/drawing/2014/main" id="{6E4BFAA9-51F7-794B-A172-29E6E0B831B7}"/>
              </a:ext>
            </a:extLst>
          </p:cNvPr>
          <p:cNvSpPr/>
          <p:nvPr/>
        </p:nvSpPr>
        <p:spPr>
          <a:xfrm>
            <a:off x="498634" y="4790908"/>
            <a:ext cx="731520" cy="731520"/>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5000"/>
              </a:lnSpc>
              <a:spcBef>
                <a:spcPts val="400"/>
              </a:spcBef>
              <a:spcAft>
                <a:spcPts val="400"/>
              </a:spcAft>
            </a:pPr>
            <a:r>
              <a:rPr lang="en-US" sz="1200" dirty="0">
                <a:solidFill>
                  <a:schemeClr val="tx1"/>
                </a:solidFill>
              </a:rPr>
              <a:t>    </a:t>
            </a:r>
            <a:r>
              <a:rPr lang="en-US" sz="2000" b="1" dirty="0">
                <a:solidFill>
                  <a:schemeClr val="bg1"/>
                </a:solidFill>
              </a:rPr>
              <a:t>3</a:t>
            </a:r>
            <a:endParaRPr lang="en-US" sz="1200" b="1" dirty="0">
              <a:solidFill>
                <a:schemeClr val="bg1"/>
              </a:solidFill>
            </a:endParaRPr>
          </a:p>
        </p:txBody>
      </p:sp>
      <p:sp>
        <p:nvSpPr>
          <p:cNvPr id="9" name="TextBox 8">
            <a:extLst>
              <a:ext uri="{FF2B5EF4-FFF2-40B4-BE49-F238E27FC236}">
                <a16:creationId xmlns:a16="http://schemas.microsoft.com/office/drawing/2014/main" id="{6835D173-F9DE-40F0-B190-877AF2FEB989}"/>
              </a:ext>
            </a:extLst>
          </p:cNvPr>
          <p:cNvSpPr txBox="1"/>
          <p:nvPr/>
        </p:nvSpPr>
        <p:spPr>
          <a:xfrm>
            <a:off x="5520484" y="1405152"/>
            <a:ext cx="6583680" cy="1251818"/>
          </a:xfrm>
          <a:prstGeom prst="rect">
            <a:avLst/>
          </a:prstGeom>
          <a:noFill/>
        </p:spPr>
        <p:txBody>
          <a:bodyPr wrap="square" lIns="0" tIns="0" rIns="0" bIns="0" rtlCol="0">
            <a:spAutoFit/>
          </a:bodyPr>
          <a:lstStyle/>
          <a:p>
            <a:pPr>
              <a:lnSpc>
                <a:spcPct val="150000"/>
              </a:lnSpc>
              <a:spcBef>
                <a:spcPts val="400"/>
              </a:spcBef>
              <a:spcAft>
                <a:spcPts val="400"/>
              </a:spcAft>
              <a:buSzPct val="100000"/>
            </a:pPr>
            <a:r>
              <a:rPr lang="en-US" sz="1400" dirty="0">
                <a:latin typeface="Arial" panose="020B0604020202020204" pitchFamily="34" charset="0"/>
                <a:cs typeface="Arial" panose="020B0604020202020204" pitchFamily="34" charset="0"/>
              </a:rPr>
              <a:t>All project team members involved in project implementation: project managers, field coordinator, quality control officers, interviewers and supervisors participated in the two-day in-person &amp; virtual set-up project training on November 11 and 12, 2024.</a:t>
            </a:r>
            <a:endParaRPr lang="en-US" sz="1200" dirty="0"/>
          </a:p>
        </p:txBody>
      </p:sp>
      <p:sp>
        <p:nvSpPr>
          <p:cNvPr id="10" name="TextBox 9">
            <a:extLst>
              <a:ext uri="{FF2B5EF4-FFF2-40B4-BE49-F238E27FC236}">
                <a16:creationId xmlns:a16="http://schemas.microsoft.com/office/drawing/2014/main" id="{FECDE740-7107-2A84-DE3C-A8461317DD7B}"/>
              </a:ext>
            </a:extLst>
          </p:cNvPr>
          <p:cNvSpPr txBox="1"/>
          <p:nvPr/>
        </p:nvSpPr>
        <p:spPr>
          <a:xfrm>
            <a:off x="5474764" y="4470868"/>
            <a:ext cx="6583680" cy="1645920"/>
          </a:xfrm>
          <a:prstGeom prst="rect">
            <a:avLst/>
          </a:prstGeom>
          <a:noFill/>
        </p:spPr>
        <p:txBody>
          <a:bodyPr wrap="square" lIns="0" tIns="0" rIns="0" bIns="0" rtlCol="0">
            <a:spAutoFit/>
          </a:bodyPr>
          <a:lstStyle/>
          <a:p>
            <a:pPr>
              <a:lnSpc>
                <a:spcPct val="150000"/>
              </a:lnSpc>
            </a:pPr>
            <a:r>
              <a:rPr lang="en-US" sz="1400" dirty="0">
                <a:latin typeface="Arial" panose="020B0604020202020204" pitchFamily="34" charset="0"/>
                <a:cs typeface="Arial" panose="020B0604020202020204" pitchFamily="34" charset="0"/>
              </a:rPr>
              <a:t>Scripting verification was done using the dummy interviews to ensure that the script was working as expected; all required-answer questions were correctly set, and desired validation rules were executed properly to help fix established script issues.</a:t>
            </a:r>
          </a:p>
          <a:p>
            <a:pPr>
              <a:lnSpc>
                <a:spcPct val="150000"/>
              </a:lnSpc>
            </a:pPr>
            <a:r>
              <a:rPr lang="en-US" sz="1400" dirty="0">
                <a:latin typeface="Arial" panose="020B0604020202020204" pitchFamily="34" charset="0"/>
                <a:cs typeface="Arial" panose="020B0604020202020204" pitchFamily="34" charset="0"/>
              </a:rPr>
              <a:t>Additionally, quality control scripts and audio recording were set-up to aid the quality checking process.</a:t>
            </a:r>
          </a:p>
          <a:p>
            <a:pPr algn="l">
              <a:lnSpc>
                <a:spcPct val="115000"/>
              </a:lnSpc>
              <a:spcBef>
                <a:spcPts val="400"/>
              </a:spcBef>
              <a:spcAft>
                <a:spcPts val="400"/>
              </a:spcAft>
              <a:buSzPct val="100000"/>
            </a:pPr>
            <a:endParaRPr lang="en-US" sz="1200" dirty="0"/>
          </a:p>
        </p:txBody>
      </p:sp>
      <p:sp>
        <p:nvSpPr>
          <p:cNvPr id="11" name="TextBox 10">
            <a:extLst>
              <a:ext uri="{FF2B5EF4-FFF2-40B4-BE49-F238E27FC236}">
                <a16:creationId xmlns:a16="http://schemas.microsoft.com/office/drawing/2014/main" id="{6127FBCD-35FB-AD56-D68A-2717989B969A}"/>
              </a:ext>
            </a:extLst>
          </p:cNvPr>
          <p:cNvSpPr txBox="1"/>
          <p:nvPr/>
        </p:nvSpPr>
        <p:spPr>
          <a:xfrm>
            <a:off x="5517150" y="2974724"/>
            <a:ext cx="6492240" cy="928652"/>
          </a:xfrm>
          <a:prstGeom prst="rect">
            <a:avLst/>
          </a:prstGeom>
          <a:noFill/>
        </p:spPr>
        <p:txBody>
          <a:bodyPr wrap="square" lIns="0" tIns="0" rIns="0" bIns="0" rtlCol="0">
            <a:spAutoFit/>
          </a:bodyPr>
          <a:lstStyle/>
          <a:p>
            <a:pPr>
              <a:lnSpc>
                <a:spcPct val="150000"/>
              </a:lnSpc>
              <a:spcBef>
                <a:spcPts val="400"/>
              </a:spcBef>
              <a:spcAft>
                <a:spcPts val="400"/>
              </a:spcAft>
              <a:buSzPct val="100000"/>
            </a:pPr>
            <a:r>
              <a:rPr lang="en-US" sz="1400" dirty="0">
                <a:latin typeface="Arial" panose="020B0604020202020204" pitchFamily="34" charset="0"/>
                <a:cs typeface="Arial" panose="020B0604020202020204" pitchFamily="34" charset="0"/>
              </a:rPr>
              <a:t>As part of the training, the team got involved in collective role of script testing done in the simulations and dummy interviews during the project training session to enhance familiarization with the script and tool administering.</a:t>
            </a:r>
            <a:endParaRPr lang="en-US" sz="1200" dirty="0"/>
          </a:p>
        </p:txBody>
      </p:sp>
    </p:spTree>
    <p:extLst>
      <p:ext uri="{BB962C8B-B14F-4D97-AF65-F5344CB8AC3E}">
        <p14:creationId xmlns:p14="http://schemas.microsoft.com/office/powerpoint/2010/main" val="811624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408542-EE34-FA01-D9F4-3F792BFAFE95}"/>
              </a:ext>
            </a:extLst>
          </p:cNvPr>
          <p:cNvSpPr txBox="1"/>
          <p:nvPr/>
        </p:nvSpPr>
        <p:spPr>
          <a:xfrm>
            <a:off x="144550" y="2478529"/>
            <a:ext cx="1828800" cy="114755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Interviews to be conducted within the study period and  official study hours. Ideal time being </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between 0700hrs and </a:t>
            </a:r>
            <a:r>
              <a:rPr lang="en-US" sz="1100" dirty="0">
                <a:solidFill>
                  <a:srgbClr val="00B0F0"/>
                </a:solidFill>
                <a:latin typeface="Barlow Medium" panose="00000600000000000000" pitchFamily="2" charset="0"/>
                <a:ea typeface="Calibri" panose="020F0502020204030204" pitchFamily="34" charset="0"/>
                <a:cs typeface="Calibri" panose="020F0502020204030204" pitchFamily="34" charset="0"/>
              </a:rPr>
              <a:t>20</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00hrs. </a:t>
            </a:r>
          </a:p>
        </p:txBody>
      </p:sp>
      <p:sp>
        <p:nvSpPr>
          <p:cNvPr id="6" name="TextBox 5">
            <a:extLst>
              <a:ext uri="{FF2B5EF4-FFF2-40B4-BE49-F238E27FC236}">
                <a16:creationId xmlns:a16="http://schemas.microsoft.com/office/drawing/2014/main" id="{B4612286-CCA4-3423-89F1-28423DD21D79}"/>
              </a:ext>
            </a:extLst>
          </p:cNvPr>
          <p:cNvSpPr txBox="1"/>
          <p:nvPr/>
        </p:nvSpPr>
        <p:spPr>
          <a:xfrm>
            <a:off x="2253674" y="2426744"/>
            <a:ext cx="1757576" cy="114755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For open-ended questions and text boxes, check that the responses are</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 relevant, complete, and accurate for the keyed in verbatim. </a:t>
            </a:r>
            <a:endPar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ndParaRPr>
          </a:p>
        </p:txBody>
      </p:sp>
      <p:sp>
        <p:nvSpPr>
          <p:cNvPr id="7" name="TextBox 6">
            <a:extLst>
              <a:ext uri="{FF2B5EF4-FFF2-40B4-BE49-F238E27FC236}">
                <a16:creationId xmlns:a16="http://schemas.microsoft.com/office/drawing/2014/main" id="{35B1915F-7B5F-3A9E-E373-6A0BF2C6F5AE}"/>
              </a:ext>
            </a:extLst>
          </p:cNvPr>
          <p:cNvSpPr txBox="1"/>
          <p:nvPr/>
        </p:nvSpPr>
        <p:spPr>
          <a:xfrm>
            <a:off x="4197368" y="2387165"/>
            <a:ext cx="2298287" cy="1342227"/>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Review</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 incorrect coding </a:t>
            </a: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of other specify. Utilize pre-codes before settling on other specific options to avoid affecting the real score of responses and </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 contradicting entries. </a:t>
            </a: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Sense check on related question.</a:t>
            </a:r>
          </a:p>
        </p:txBody>
      </p:sp>
      <p:sp>
        <p:nvSpPr>
          <p:cNvPr id="10" name="TextBox 9">
            <a:extLst>
              <a:ext uri="{FF2B5EF4-FFF2-40B4-BE49-F238E27FC236}">
                <a16:creationId xmlns:a16="http://schemas.microsoft.com/office/drawing/2014/main" id="{A310345A-78CB-A6F4-EE38-E4651C4AFF03}"/>
              </a:ext>
            </a:extLst>
          </p:cNvPr>
          <p:cNvSpPr txBox="1"/>
          <p:nvPr/>
        </p:nvSpPr>
        <p:spPr>
          <a:xfrm>
            <a:off x="9321317" y="2338914"/>
            <a:ext cx="2025536" cy="75822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Times New Roman" panose="02020603050405020304" pitchFamily="18" charset="0"/>
              </a:rPr>
              <a:t>Reviewing both individual interviewers and overall team </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Times New Roman" panose="02020603050405020304" pitchFamily="18" charset="0"/>
              </a:rPr>
              <a:t>productivity/contribution to the study</a:t>
            </a: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Times New Roman" panose="02020603050405020304" pitchFamily="18" charset="0"/>
              </a:rPr>
              <a:t>.</a:t>
            </a:r>
          </a:p>
        </p:txBody>
      </p:sp>
      <p:sp>
        <p:nvSpPr>
          <p:cNvPr id="17" name="TextBox 16">
            <a:extLst>
              <a:ext uri="{FF2B5EF4-FFF2-40B4-BE49-F238E27FC236}">
                <a16:creationId xmlns:a16="http://schemas.microsoft.com/office/drawing/2014/main" id="{DD408CE1-C9DE-C565-ED17-98A6BA02AED0}"/>
              </a:ext>
            </a:extLst>
          </p:cNvPr>
          <p:cNvSpPr txBox="1"/>
          <p:nvPr/>
        </p:nvSpPr>
        <p:spPr>
          <a:xfrm>
            <a:off x="7020189" y="2423392"/>
            <a:ext cx="1828800" cy="563552"/>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Check</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 non-resourceful answers</a:t>
            </a:r>
            <a:r>
              <a:rPr lang="en-US" sz="1100" dirty="0">
                <a:solidFill>
                  <a:srgbClr val="00B0F0"/>
                </a:solidFill>
                <a:latin typeface="Barlow Medium" panose="00000600000000000000" pitchFamily="2" charset="0"/>
                <a:ea typeface="Calibri" panose="020F0502020204030204" pitchFamily="34" charset="0"/>
                <a:cs typeface="Calibri" panose="020F0502020204030204" pitchFamily="34" charset="0"/>
              </a:rPr>
              <a:t>. Typically, ‘don’t know’ responses.</a:t>
            </a:r>
            <a:endPar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D24E79B6-546F-DF4D-7136-1910E5B080E6}"/>
              </a:ext>
            </a:extLst>
          </p:cNvPr>
          <p:cNvSpPr txBox="1"/>
          <p:nvPr/>
        </p:nvSpPr>
        <p:spPr>
          <a:xfrm>
            <a:off x="5828727" y="5273461"/>
            <a:ext cx="2671850"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Review </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presence of phone contacts.</a:t>
            </a:r>
            <a:endPar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Review incomplete and duplicate  phone contacts.</a:t>
            </a:r>
          </a:p>
        </p:txBody>
      </p:sp>
      <p:sp>
        <p:nvSpPr>
          <p:cNvPr id="20" name="TextBox 19">
            <a:extLst>
              <a:ext uri="{FF2B5EF4-FFF2-40B4-BE49-F238E27FC236}">
                <a16:creationId xmlns:a16="http://schemas.microsoft.com/office/drawing/2014/main" id="{3F5B2C9F-91DD-6D2C-F6DD-E0F650104E4D}"/>
              </a:ext>
            </a:extLst>
          </p:cNvPr>
          <p:cNvSpPr txBox="1"/>
          <p:nvPr/>
        </p:nvSpPr>
        <p:spPr>
          <a:xfrm>
            <a:off x="8450213" y="5233377"/>
            <a:ext cx="2282414" cy="963405"/>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Back-check interviews for validity.</a:t>
            </a:r>
          </a:p>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Overall minimum: 30% (25% + 5%)</a:t>
            </a:r>
          </a:p>
          <a:p>
            <a:pPr marL="171450" marR="0" lvl="0" indent="-171450" algn="l" defTabSz="914400" rtl="0" eaLnBrk="1" fontAlgn="auto" latinLnBrk="0" hangingPunct="1">
              <a:lnSpc>
                <a:spcPct val="115000"/>
              </a:lnSpc>
              <a:spcBef>
                <a:spcPts val="400"/>
              </a:spcBef>
              <a:spcAft>
                <a:spcPts val="4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Effective back-checks:10%</a:t>
            </a:r>
          </a:p>
        </p:txBody>
      </p:sp>
      <p:sp>
        <p:nvSpPr>
          <p:cNvPr id="21" name="TextBox 20">
            <a:extLst>
              <a:ext uri="{FF2B5EF4-FFF2-40B4-BE49-F238E27FC236}">
                <a16:creationId xmlns:a16="http://schemas.microsoft.com/office/drawing/2014/main" id="{E36612C8-A7BC-3BB7-A48F-DC7469448415}"/>
              </a:ext>
            </a:extLst>
          </p:cNvPr>
          <p:cNvSpPr txBox="1"/>
          <p:nvPr/>
        </p:nvSpPr>
        <p:spPr>
          <a:xfrm>
            <a:off x="860731" y="5297354"/>
            <a:ext cx="2025536" cy="677108"/>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ea typeface="Calibri" panose="020F0502020204030204" pitchFamily="34" charset="0"/>
                <a:cs typeface="Calibri" panose="020F0502020204030204" pitchFamily="34" charset="0"/>
              </a:rPr>
              <a:t>Ensure that all submitted interviews have </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ea typeface="Calibri" panose="020F0502020204030204" pitchFamily="34" charset="0"/>
                <a:cs typeface="Calibri" panose="020F0502020204030204" pitchFamily="34" charset="0"/>
              </a:rPr>
              <a:t>100% GPS captured and in the desired assignment areas.</a:t>
            </a:r>
          </a:p>
        </p:txBody>
      </p:sp>
      <p:pic>
        <p:nvPicPr>
          <p:cNvPr id="27" name="Picture 26">
            <a:extLst>
              <a:ext uri="{FF2B5EF4-FFF2-40B4-BE49-F238E27FC236}">
                <a16:creationId xmlns:a16="http://schemas.microsoft.com/office/drawing/2014/main" id="{6C0E1FBE-C612-19A9-F460-93D09E43765F}"/>
              </a:ext>
            </a:extLst>
          </p:cNvPr>
          <p:cNvPicPr>
            <a:picLocks noChangeAspect="1"/>
          </p:cNvPicPr>
          <p:nvPr/>
        </p:nvPicPr>
        <p:blipFill>
          <a:blip r:embed="rId3"/>
          <a:stretch>
            <a:fillRect/>
          </a:stretch>
        </p:blipFill>
        <p:spPr>
          <a:xfrm>
            <a:off x="4428571" y="1209437"/>
            <a:ext cx="493819" cy="493819"/>
          </a:xfrm>
          <a:prstGeom prst="rect">
            <a:avLst/>
          </a:prstGeom>
        </p:spPr>
      </p:pic>
      <p:pic>
        <p:nvPicPr>
          <p:cNvPr id="30" name="Picture 29">
            <a:extLst>
              <a:ext uri="{FF2B5EF4-FFF2-40B4-BE49-F238E27FC236}">
                <a16:creationId xmlns:a16="http://schemas.microsoft.com/office/drawing/2014/main" id="{972E801F-7D35-5ED4-59B9-01EAA37E36F7}"/>
              </a:ext>
            </a:extLst>
          </p:cNvPr>
          <p:cNvPicPr>
            <a:picLocks noChangeAspect="1"/>
          </p:cNvPicPr>
          <p:nvPr/>
        </p:nvPicPr>
        <p:blipFill>
          <a:blip r:embed="rId4"/>
          <a:stretch>
            <a:fillRect/>
          </a:stretch>
        </p:blipFill>
        <p:spPr>
          <a:xfrm>
            <a:off x="9390263" y="1278741"/>
            <a:ext cx="768163" cy="560881"/>
          </a:xfrm>
          <a:prstGeom prst="rect">
            <a:avLst/>
          </a:prstGeom>
        </p:spPr>
      </p:pic>
      <p:pic>
        <p:nvPicPr>
          <p:cNvPr id="32" name="Picture 31">
            <a:extLst>
              <a:ext uri="{FF2B5EF4-FFF2-40B4-BE49-F238E27FC236}">
                <a16:creationId xmlns:a16="http://schemas.microsoft.com/office/drawing/2014/main" id="{DE35742E-96EE-556D-1959-FF3D18F7D1A5}"/>
              </a:ext>
            </a:extLst>
          </p:cNvPr>
          <p:cNvPicPr>
            <a:picLocks noChangeAspect="1"/>
          </p:cNvPicPr>
          <p:nvPr/>
        </p:nvPicPr>
        <p:blipFill>
          <a:blip r:embed="rId5"/>
          <a:stretch>
            <a:fillRect/>
          </a:stretch>
        </p:blipFill>
        <p:spPr>
          <a:xfrm>
            <a:off x="7189318" y="1131081"/>
            <a:ext cx="804742" cy="670618"/>
          </a:xfrm>
          <a:prstGeom prst="rect">
            <a:avLst/>
          </a:prstGeom>
        </p:spPr>
      </p:pic>
      <p:pic>
        <p:nvPicPr>
          <p:cNvPr id="35" name="Picture 34">
            <a:extLst>
              <a:ext uri="{FF2B5EF4-FFF2-40B4-BE49-F238E27FC236}">
                <a16:creationId xmlns:a16="http://schemas.microsoft.com/office/drawing/2014/main" id="{7B9A729E-8DF1-6065-F32F-14FBF10EC973}"/>
              </a:ext>
            </a:extLst>
          </p:cNvPr>
          <p:cNvPicPr>
            <a:picLocks noChangeAspect="1"/>
          </p:cNvPicPr>
          <p:nvPr/>
        </p:nvPicPr>
        <p:blipFill>
          <a:blip r:embed="rId6"/>
          <a:srcRect r="5466" b="9239"/>
          <a:stretch/>
        </p:blipFill>
        <p:spPr>
          <a:xfrm>
            <a:off x="6520521" y="4087238"/>
            <a:ext cx="449537" cy="612474"/>
          </a:xfrm>
          <a:prstGeom prst="rect">
            <a:avLst/>
          </a:prstGeom>
        </p:spPr>
      </p:pic>
      <p:sp>
        <p:nvSpPr>
          <p:cNvPr id="39" name="TextBox 38">
            <a:extLst>
              <a:ext uri="{FF2B5EF4-FFF2-40B4-BE49-F238E27FC236}">
                <a16:creationId xmlns:a16="http://schemas.microsoft.com/office/drawing/2014/main" id="{57A6287E-8ED8-0644-D3EB-D4DB332746B9}"/>
              </a:ext>
            </a:extLst>
          </p:cNvPr>
          <p:cNvSpPr txBox="1"/>
          <p:nvPr/>
        </p:nvSpPr>
        <p:spPr>
          <a:xfrm>
            <a:off x="1101159" y="4941846"/>
            <a:ext cx="1680330" cy="190052"/>
          </a:xfrm>
          <a:prstGeom prst="rect">
            <a:avLst/>
          </a:prstGeom>
          <a:noFill/>
        </p:spPr>
        <p:txBody>
          <a:bodyPr wrap="square" lIns="0" tIns="0" rIns="0" bIns="0" rtlCol="0">
            <a:spAutoFit/>
          </a:bodyPr>
          <a:lstStyle/>
          <a:p>
            <a:pPr marL="0" marR="0" lvl="0" indent="0" algn="ctr"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GPS Tracking</a:t>
            </a:r>
          </a:p>
        </p:txBody>
      </p:sp>
      <p:sp>
        <p:nvSpPr>
          <p:cNvPr id="40" name="TextBox 39">
            <a:extLst>
              <a:ext uri="{FF2B5EF4-FFF2-40B4-BE49-F238E27FC236}">
                <a16:creationId xmlns:a16="http://schemas.microsoft.com/office/drawing/2014/main" id="{A85C8811-2EDB-5FF1-0BB8-EF5FF78BBFAB}"/>
              </a:ext>
            </a:extLst>
          </p:cNvPr>
          <p:cNvSpPr txBox="1"/>
          <p:nvPr/>
        </p:nvSpPr>
        <p:spPr>
          <a:xfrm>
            <a:off x="242454" y="2000250"/>
            <a:ext cx="1920757" cy="190052"/>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Time and date  sense-check</a:t>
            </a:r>
          </a:p>
        </p:txBody>
      </p:sp>
      <p:sp>
        <p:nvSpPr>
          <p:cNvPr id="41" name="TextBox 40">
            <a:extLst>
              <a:ext uri="{FF2B5EF4-FFF2-40B4-BE49-F238E27FC236}">
                <a16:creationId xmlns:a16="http://schemas.microsoft.com/office/drawing/2014/main" id="{71917A50-023A-B6EF-531E-44AD6B52536B}"/>
              </a:ext>
            </a:extLst>
          </p:cNvPr>
          <p:cNvSpPr txBox="1"/>
          <p:nvPr/>
        </p:nvSpPr>
        <p:spPr>
          <a:xfrm>
            <a:off x="2376100" y="2000250"/>
            <a:ext cx="1107643" cy="190052"/>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Verbatim</a:t>
            </a:r>
          </a:p>
        </p:txBody>
      </p:sp>
      <p:sp>
        <p:nvSpPr>
          <p:cNvPr id="42" name="TextBox 41">
            <a:extLst>
              <a:ext uri="{FF2B5EF4-FFF2-40B4-BE49-F238E27FC236}">
                <a16:creationId xmlns:a16="http://schemas.microsoft.com/office/drawing/2014/main" id="{B3D74AA1-BE76-6B67-5189-0D709E0E3B51}"/>
              </a:ext>
            </a:extLst>
          </p:cNvPr>
          <p:cNvSpPr txBox="1"/>
          <p:nvPr/>
        </p:nvSpPr>
        <p:spPr>
          <a:xfrm>
            <a:off x="4394932" y="2009497"/>
            <a:ext cx="1628395" cy="190052"/>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Coding and Consistency</a:t>
            </a:r>
          </a:p>
        </p:txBody>
      </p:sp>
      <p:sp>
        <p:nvSpPr>
          <p:cNvPr id="44" name="TextBox 43">
            <a:extLst>
              <a:ext uri="{FF2B5EF4-FFF2-40B4-BE49-F238E27FC236}">
                <a16:creationId xmlns:a16="http://schemas.microsoft.com/office/drawing/2014/main" id="{A357972C-E503-F32A-8902-2E0A6ED02DA7}"/>
              </a:ext>
            </a:extLst>
          </p:cNvPr>
          <p:cNvSpPr txBox="1"/>
          <p:nvPr/>
        </p:nvSpPr>
        <p:spPr>
          <a:xfrm>
            <a:off x="9431539" y="1956407"/>
            <a:ext cx="1523619" cy="190052"/>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Productivity</a:t>
            </a:r>
          </a:p>
        </p:txBody>
      </p:sp>
      <p:sp>
        <p:nvSpPr>
          <p:cNvPr id="45" name="TextBox 44">
            <a:extLst>
              <a:ext uri="{FF2B5EF4-FFF2-40B4-BE49-F238E27FC236}">
                <a16:creationId xmlns:a16="http://schemas.microsoft.com/office/drawing/2014/main" id="{189C05CB-D0A6-CCCF-4F23-9420653CCD2F}"/>
              </a:ext>
            </a:extLst>
          </p:cNvPr>
          <p:cNvSpPr txBox="1"/>
          <p:nvPr/>
        </p:nvSpPr>
        <p:spPr>
          <a:xfrm>
            <a:off x="7189318" y="1952627"/>
            <a:ext cx="1229158" cy="190052"/>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Non-response</a:t>
            </a:r>
          </a:p>
        </p:txBody>
      </p:sp>
      <p:sp>
        <p:nvSpPr>
          <p:cNvPr id="46" name="TextBox 45">
            <a:extLst>
              <a:ext uri="{FF2B5EF4-FFF2-40B4-BE49-F238E27FC236}">
                <a16:creationId xmlns:a16="http://schemas.microsoft.com/office/drawing/2014/main" id="{C6B2D48E-71C3-D19B-168B-46D541966DC8}"/>
              </a:ext>
            </a:extLst>
          </p:cNvPr>
          <p:cNvSpPr txBox="1"/>
          <p:nvPr/>
        </p:nvSpPr>
        <p:spPr>
          <a:xfrm>
            <a:off x="3645790" y="4924391"/>
            <a:ext cx="1096218" cy="190052"/>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Audio listen-in</a:t>
            </a:r>
          </a:p>
        </p:txBody>
      </p:sp>
      <p:sp>
        <p:nvSpPr>
          <p:cNvPr id="47" name="TextBox 46">
            <a:extLst>
              <a:ext uri="{FF2B5EF4-FFF2-40B4-BE49-F238E27FC236}">
                <a16:creationId xmlns:a16="http://schemas.microsoft.com/office/drawing/2014/main" id="{F67AC40E-2673-2913-77B5-AD3FCC37EF6E}"/>
              </a:ext>
            </a:extLst>
          </p:cNvPr>
          <p:cNvSpPr txBox="1"/>
          <p:nvPr/>
        </p:nvSpPr>
        <p:spPr>
          <a:xfrm>
            <a:off x="6389069" y="4869536"/>
            <a:ext cx="1066626" cy="190048"/>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Contacts</a:t>
            </a:r>
          </a:p>
        </p:txBody>
      </p:sp>
      <p:sp>
        <p:nvSpPr>
          <p:cNvPr id="48" name="TextBox 47">
            <a:extLst>
              <a:ext uri="{FF2B5EF4-FFF2-40B4-BE49-F238E27FC236}">
                <a16:creationId xmlns:a16="http://schemas.microsoft.com/office/drawing/2014/main" id="{02271383-43F3-2109-B0B9-0DB392D38690}"/>
              </a:ext>
            </a:extLst>
          </p:cNvPr>
          <p:cNvSpPr txBox="1"/>
          <p:nvPr/>
        </p:nvSpPr>
        <p:spPr>
          <a:xfrm>
            <a:off x="8791828" y="4879728"/>
            <a:ext cx="1229158" cy="190052"/>
          </a:xfrm>
          <a:prstGeom prst="rect">
            <a:avLst/>
          </a:prstGeom>
          <a:noFill/>
        </p:spPr>
        <p:txBody>
          <a:bodyPr wrap="square" lIns="0" tIns="0" rIns="0" bIns="0" rtlCol="0">
            <a:spAutoFit/>
          </a:bodyPr>
          <a:lstStyle/>
          <a:p>
            <a:pPr marL="0" marR="0" lvl="0" indent="0" algn="l" defTabSz="914400" rtl="0" eaLnBrk="1" fontAlgn="auto" latinLnBrk="0" hangingPunct="1">
              <a:lnSpc>
                <a:spcPct val="115000"/>
              </a:lnSpc>
              <a:spcBef>
                <a:spcPts val="400"/>
              </a:spcBef>
              <a:spcAft>
                <a:spcPts val="40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Barlow"/>
                <a:ea typeface="+mn-ea"/>
                <a:cs typeface="+mn-cs"/>
              </a:rPr>
              <a:t>Back-checks</a:t>
            </a:r>
          </a:p>
        </p:txBody>
      </p:sp>
      <p:cxnSp>
        <p:nvCxnSpPr>
          <p:cNvPr id="50" name="Straight Connector 49">
            <a:extLst>
              <a:ext uri="{FF2B5EF4-FFF2-40B4-BE49-F238E27FC236}">
                <a16:creationId xmlns:a16="http://schemas.microsoft.com/office/drawing/2014/main" id="{167C922C-5145-E1F6-CFEC-77F93704E730}"/>
              </a:ext>
            </a:extLst>
          </p:cNvPr>
          <p:cNvCxnSpPr/>
          <p:nvPr/>
        </p:nvCxnSpPr>
        <p:spPr>
          <a:xfrm>
            <a:off x="282637" y="3971372"/>
            <a:ext cx="11626726"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22ABF6A-8480-99C6-719F-ABA872377F8E}"/>
              </a:ext>
            </a:extLst>
          </p:cNvPr>
          <p:cNvPicPr>
            <a:picLocks noChangeAspect="1"/>
          </p:cNvPicPr>
          <p:nvPr/>
        </p:nvPicPr>
        <p:blipFill>
          <a:blip r:embed="rId7"/>
          <a:stretch>
            <a:fillRect/>
          </a:stretch>
        </p:blipFill>
        <p:spPr>
          <a:xfrm>
            <a:off x="250590" y="1149305"/>
            <a:ext cx="1047884" cy="722405"/>
          </a:xfrm>
          <a:prstGeom prst="rect">
            <a:avLst/>
          </a:prstGeom>
        </p:spPr>
      </p:pic>
      <p:pic>
        <p:nvPicPr>
          <p:cNvPr id="8" name="Picture 7">
            <a:extLst>
              <a:ext uri="{FF2B5EF4-FFF2-40B4-BE49-F238E27FC236}">
                <a16:creationId xmlns:a16="http://schemas.microsoft.com/office/drawing/2014/main" id="{366226BC-5646-EFDD-2723-75E20A05D2CB}"/>
              </a:ext>
            </a:extLst>
          </p:cNvPr>
          <p:cNvPicPr>
            <a:picLocks noChangeAspect="1"/>
          </p:cNvPicPr>
          <p:nvPr/>
        </p:nvPicPr>
        <p:blipFill>
          <a:blip r:embed="rId8"/>
          <a:stretch>
            <a:fillRect/>
          </a:stretch>
        </p:blipFill>
        <p:spPr>
          <a:xfrm>
            <a:off x="5005204" y="1110819"/>
            <a:ext cx="634039" cy="634039"/>
          </a:xfrm>
          <a:prstGeom prst="rect">
            <a:avLst/>
          </a:prstGeom>
        </p:spPr>
      </p:pic>
      <p:pic>
        <p:nvPicPr>
          <p:cNvPr id="11" name="Picture 10">
            <a:extLst>
              <a:ext uri="{FF2B5EF4-FFF2-40B4-BE49-F238E27FC236}">
                <a16:creationId xmlns:a16="http://schemas.microsoft.com/office/drawing/2014/main" id="{B66F49B3-A746-5B4C-0516-42BF1D8DD825}"/>
              </a:ext>
            </a:extLst>
          </p:cNvPr>
          <p:cNvPicPr>
            <a:picLocks noChangeAspect="1"/>
          </p:cNvPicPr>
          <p:nvPr/>
        </p:nvPicPr>
        <p:blipFill>
          <a:blip r:embed="rId9"/>
          <a:stretch>
            <a:fillRect/>
          </a:stretch>
        </p:blipFill>
        <p:spPr>
          <a:xfrm>
            <a:off x="8574052" y="4111020"/>
            <a:ext cx="670618" cy="597460"/>
          </a:xfrm>
          <a:prstGeom prst="rect">
            <a:avLst/>
          </a:prstGeom>
        </p:spPr>
      </p:pic>
      <p:pic>
        <p:nvPicPr>
          <p:cNvPr id="12" name="Picture 11">
            <a:extLst>
              <a:ext uri="{FF2B5EF4-FFF2-40B4-BE49-F238E27FC236}">
                <a16:creationId xmlns:a16="http://schemas.microsoft.com/office/drawing/2014/main" id="{CD03A2BF-7319-8D8D-96F1-0979EFF86D2E}"/>
              </a:ext>
            </a:extLst>
          </p:cNvPr>
          <p:cNvPicPr>
            <a:picLocks noChangeAspect="1"/>
          </p:cNvPicPr>
          <p:nvPr/>
        </p:nvPicPr>
        <p:blipFill>
          <a:blip r:embed="rId10"/>
          <a:stretch>
            <a:fillRect/>
          </a:stretch>
        </p:blipFill>
        <p:spPr>
          <a:xfrm>
            <a:off x="9397012" y="4089682"/>
            <a:ext cx="732693" cy="732693"/>
          </a:xfrm>
          <a:prstGeom prst="rect">
            <a:avLst/>
          </a:prstGeom>
        </p:spPr>
      </p:pic>
      <p:pic>
        <p:nvPicPr>
          <p:cNvPr id="16" name="Picture 15">
            <a:extLst>
              <a:ext uri="{FF2B5EF4-FFF2-40B4-BE49-F238E27FC236}">
                <a16:creationId xmlns:a16="http://schemas.microsoft.com/office/drawing/2014/main" id="{C061593B-8C57-DC47-6AD2-40949E8BEAD9}"/>
              </a:ext>
            </a:extLst>
          </p:cNvPr>
          <p:cNvPicPr>
            <a:picLocks noChangeAspect="1"/>
          </p:cNvPicPr>
          <p:nvPr/>
        </p:nvPicPr>
        <p:blipFill>
          <a:blip r:embed="rId11"/>
          <a:stretch>
            <a:fillRect/>
          </a:stretch>
        </p:blipFill>
        <p:spPr>
          <a:xfrm>
            <a:off x="10401910" y="1331881"/>
            <a:ext cx="506453" cy="591958"/>
          </a:xfrm>
          <a:prstGeom prst="rect">
            <a:avLst/>
          </a:prstGeom>
        </p:spPr>
      </p:pic>
      <p:sp>
        <p:nvSpPr>
          <p:cNvPr id="22" name="TextBox 21">
            <a:extLst>
              <a:ext uri="{FF2B5EF4-FFF2-40B4-BE49-F238E27FC236}">
                <a16:creationId xmlns:a16="http://schemas.microsoft.com/office/drawing/2014/main" id="{AA1F2B28-D073-3C7D-4C30-0EDC2E67D3F6}"/>
              </a:ext>
            </a:extLst>
          </p:cNvPr>
          <p:cNvSpPr txBox="1"/>
          <p:nvPr/>
        </p:nvSpPr>
        <p:spPr>
          <a:xfrm>
            <a:off x="3184242" y="5328578"/>
            <a:ext cx="2025536" cy="1015663"/>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rPr>
              <a:t>Check that the respondents agreed to be recorded, and the interviewer is </a:t>
            </a:r>
            <a:r>
              <a:rPr kumimoji="0" lang="en-US" sz="1100" b="0" i="0" u="none" strike="noStrike" kern="1200" cap="none" spc="0" normalizeH="0" baseline="0" noProof="0" dirty="0">
                <a:ln>
                  <a:noFill/>
                </a:ln>
                <a:solidFill>
                  <a:srgbClr val="00B0F0"/>
                </a:solidFill>
                <a:effectLst/>
                <a:uLnTx/>
                <a:uFillTx/>
                <a:latin typeface="Barlow Medium" panose="00000600000000000000" pitchFamily="2" charset="0"/>
              </a:rPr>
              <a:t>administering the tool correctly.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Barlow Medium" panose="00000600000000000000" pitchFamily="2" charset="0"/>
              </a:rPr>
              <a:t>Minimum target: 10%.</a:t>
            </a:r>
          </a:p>
        </p:txBody>
      </p:sp>
      <p:pic>
        <p:nvPicPr>
          <p:cNvPr id="1026" name="Picture 2" descr="Play button icon on headphones silhouette 45407962 Vector Art at Vecteezy">
            <a:extLst>
              <a:ext uri="{FF2B5EF4-FFF2-40B4-BE49-F238E27FC236}">
                <a16:creationId xmlns:a16="http://schemas.microsoft.com/office/drawing/2014/main" id="{7522D296-8862-3E52-2996-EB76314ACA1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1868" y="4086609"/>
            <a:ext cx="670619" cy="67061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208,296 Speech Marks Stock Vectors and ...">
            <a:extLst>
              <a:ext uri="{FF2B5EF4-FFF2-40B4-BE49-F238E27FC236}">
                <a16:creationId xmlns:a16="http://schemas.microsoft.com/office/drawing/2014/main" id="{343A173B-407A-DFF7-7447-842093CF567A}"/>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b="21034"/>
          <a:stretch/>
        </p:blipFill>
        <p:spPr bwMode="auto">
          <a:xfrm>
            <a:off x="2253674" y="1134927"/>
            <a:ext cx="901211" cy="76084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20BD8E67-CB5E-5A71-D60D-3E72F1DCFACB}"/>
              </a:ext>
            </a:extLst>
          </p:cNvPr>
          <p:cNvPicPr>
            <a:picLocks noChangeAspect="1"/>
          </p:cNvPicPr>
          <p:nvPr/>
        </p:nvPicPr>
        <p:blipFill>
          <a:blip r:embed="rId14"/>
          <a:stretch>
            <a:fillRect/>
          </a:stretch>
        </p:blipFill>
        <p:spPr>
          <a:xfrm>
            <a:off x="10439400" y="248160"/>
            <a:ext cx="1392438" cy="781124"/>
          </a:xfrm>
          <a:prstGeom prst="rect">
            <a:avLst/>
          </a:prstGeom>
        </p:spPr>
      </p:pic>
      <p:pic>
        <p:nvPicPr>
          <p:cNvPr id="3076" name="Picture 4" descr="Page 5 | Placemark Icon Images - Free Download on Freepik">
            <a:extLst>
              <a:ext uri="{FF2B5EF4-FFF2-40B4-BE49-F238E27FC236}">
                <a16:creationId xmlns:a16="http://schemas.microsoft.com/office/drawing/2014/main" id="{4F66D5FD-E505-9DDE-C751-E7AF23B0E933}"/>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4496" t="21057" r="47929" b="19305"/>
          <a:stretch/>
        </p:blipFill>
        <p:spPr bwMode="auto">
          <a:xfrm>
            <a:off x="1664932" y="4105273"/>
            <a:ext cx="552784" cy="692926"/>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9D0A57BC-8709-8D18-C5DA-FB03653FEF87}"/>
              </a:ext>
            </a:extLst>
          </p:cNvPr>
          <p:cNvSpPr txBox="1"/>
          <p:nvPr/>
        </p:nvSpPr>
        <p:spPr>
          <a:xfrm>
            <a:off x="8450213" y="6457524"/>
            <a:ext cx="3767744" cy="246221"/>
          </a:xfrm>
          <a:prstGeom prst="rect">
            <a:avLst/>
          </a:prstGeom>
          <a:noFill/>
        </p:spPr>
        <p:txBody>
          <a:bodyPr wrap="square" rtlCol="0">
            <a:spAutoFit/>
          </a:bodyPr>
          <a:lstStyle/>
          <a:p>
            <a:r>
              <a:rPr lang="en-US" sz="1000" dirty="0"/>
              <a:t>Silhouette and image credits: Shutterstock.</a:t>
            </a:r>
            <a:endParaRPr lang="en-KE" sz="1000" dirty="0"/>
          </a:p>
        </p:txBody>
      </p:sp>
      <p:sp>
        <p:nvSpPr>
          <p:cNvPr id="5" name="Title">
            <a:extLst>
              <a:ext uri="{FF2B5EF4-FFF2-40B4-BE49-F238E27FC236}">
                <a16:creationId xmlns:a16="http://schemas.microsoft.com/office/drawing/2014/main" id="{9B627822-0644-1400-17CD-43A8022B5029}"/>
              </a:ext>
            </a:extLst>
          </p:cNvPr>
          <p:cNvSpPr>
            <a:spLocks noGrp="1"/>
          </p:cNvSpPr>
          <p:nvPr>
            <p:ph type="title"/>
          </p:nvPr>
        </p:nvSpPr>
        <p:spPr>
          <a:xfrm>
            <a:off x="3397580" y="306181"/>
            <a:ext cx="5746419" cy="355653"/>
          </a:xfrm>
        </p:spPr>
        <p:txBody>
          <a:bodyPr/>
          <a:lstStyle/>
          <a:p>
            <a:pPr algn="ctr"/>
            <a:r>
              <a:rPr lang="en-GB" sz="3200" dirty="0">
                <a:solidFill>
                  <a:srgbClr val="0070C0"/>
                </a:solidFill>
              </a:rPr>
              <a:t>QUALITY ASSURANCE METRICS </a:t>
            </a:r>
          </a:p>
        </p:txBody>
      </p:sp>
    </p:spTree>
    <p:extLst>
      <p:ext uri="{BB962C8B-B14F-4D97-AF65-F5344CB8AC3E}">
        <p14:creationId xmlns:p14="http://schemas.microsoft.com/office/powerpoint/2010/main" val="172729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A408FF-5E69-6A93-4DE5-8F58DE5A0FC5}"/>
              </a:ext>
            </a:extLst>
          </p:cNvPr>
          <p:cNvSpPr>
            <a:spLocks noGrp="1"/>
          </p:cNvSpPr>
          <p:nvPr>
            <p:ph type="title"/>
          </p:nvPr>
        </p:nvSpPr>
        <p:spPr>
          <a:xfrm>
            <a:off x="187642" y="516156"/>
            <a:ext cx="8961120" cy="1610016"/>
          </a:xfrm>
        </p:spPr>
        <p:txBody>
          <a:bodyPr/>
          <a:lstStyle/>
          <a:p>
            <a:r>
              <a:rPr lang="en-GB" dirty="0"/>
              <a:t>QUALITY CONTROL FINDINGS </a:t>
            </a:r>
          </a:p>
        </p:txBody>
      </p:sp>
      <p:sp>
        <p:nvSpPr>
          <p:cNvPr id="9" name="Chapter Number">
            <a:extLst>
              <a:ext uri="{FF2B5EF4-FFF2-40B4-BE49-F238E27FC236}">
                <a16:creationId xmlns:a16="http://schemas.microsoft.com/office/drawing/2014/main" id="{47930916-3B02-19B2-0DFB-711BF69F96C3}"/>
              </a:ext>
              <a:ext uri="{C183D7F6-B498-43B3-948B-1728B52AA6E4}">
                <adec:decorative xmlns:adec="http://schemas.microsoft.com/office/drawing/2017/decorative" val="1"/>
              </a:ext>
            </a:extLst>
          </p:cNvPr>
          <p:cNvSpPr>
            <a:spLocks noGrp="1"/>
          </p:cNvSpPr>
          <p:nvPr>
            <p:ph type="body" sz="quarter" idx="10"/>
          </p:nvPr>
        </p:nvSpPr>
        <p:spPr/>
        <p:txBody>
          <a:bodyPr>
            <a:normAutofit/>
          </a:bodyPr>
          <a:lstStyle/>
          <a:p>
            <a:r>
              <a:rPr lang="en-GB" dirty="0"/>
              <a:t>04</a:t>
            </a:r>
          </a:p>
        </p:txBody>
      </p:sp>
      <p:sp>
        <p:nvSpPr>
          <p:cNvPr id="10" name="Parallelogram">
            <a:extLst>
              <a:ext uri="{FF2B5EF4-FFF2-40B4-BE49-F238E27FC236}">
                <a16:creationId xmlns:a16="http://schemas.microsoft.com/office/drawing/2014/main" id="{0EC7448C-350A-4BAB-4D9D-BACA767A50B4}"/>
              </a:ext>
              <a:ext uri="{C183D7F6-B498-43B3-948B-1728B52AA6E4}">
                <adec:decorative xmlns:adec="http://schemas.microsoft.com/office/drawing/2017/decorative" val="1"/>
              </a:ext>
            </a:extLst>
          </p:cNvPr>
          <p:cNvSpPr/>
          <p:nvPr/>
        </p:nvSpPr>
        <p:spPr>
          <a:xfrm rot="8100000">
            <a:off x="8522171" y="5570679"/>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GB" sz="1400" b="0" i="0" u="none" strike="noStrike" kern="1200" cap="none" spc="0" normalizeH="0" baseline="0" noProof="0" dirty="0" err="1">
              <a:ln>
                <a:noFill/>
              </a:ln>
              <a:solidFill>
                <a:prstClr val="black"/>
              </a:solidFill>
              <a:effectLst/>
              <a:uLnTx/>
              <a:uFillTx/>
              <a:latin typeface="Barlow"/>
              <a:ea typeface="+mn-ea"/>
              <a:cs typeface="+mn-cs"/>
            </a:endParaRPr>
          </a:p>
        </p:txBody>
      </p:sp>
    </p:spTree>
    <p:extLst>
      <p:ext uri="{BB962C8B-B14F-4D97-AF65-F5344CB8AC3E}">
        <p14:creationId xmlns:p14="http://schemas.microsoft.com/office/powerpoint/2010/main" val="3938411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3E778A5-E7EA-6465-13A7-441FE1160CBC}"/>
              </a:ext>
            </a:extLst>
          </p:cNvPr>
          <p:cNvSpPr>
            <a:spLocks noGrp="1"/>
          </p:cNvSpPr>
          <p:nvPr>
            <p:ph type="title"/>
          </p:nvPr>
        </p:nvSpPr>
        <p:spPr>
          <a:xfrm>
            <a:off x="3367101" y="132018"/>
            <a:ext cx="4389120" cy="365760"/>
          </a:xfrm>
        </p:spPr>
        <p:txBody>
          <a:bodyPr/>
          <a:lstStyle/>
          <a:p>
            <a:pPr algn="ctr"/>
            <a:r>
              <a:rPr lang="en-GB" sz="3200" dirty="0">
                <a:solidFill>
                  <a:srgbClr val="0070C0"/>
                </a:solidFill>
              </a:rPr>
              <a:t>QUALITY CONTROL </a:t>
            </a:r>
          </a:p>
        </p:txBody>
      </p:sp>
      <p:sp>
        <p:nvSpPr>
          <p:cNvPr id="12" name="Parallelogram 2">
            <a:extLst>
              <a:ext uri="{FF2B5EF4-FFF2-40B4-BE49-F238E27FC236}">
                <a16:creationId xmlns:a16="http://schemas.microsoft.com/office/drawing/2014/main" id="{DF37C8CB-DEBD-9CF2-4196-6521F681E27D}"/>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B52C2BF2-F816-1D55-C30D-9E7F9073C690}"/>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6EF23736-C0C8-5A96-A44F-9419016FC77C}"/>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cxnSp>
        <p:nvCxnSpPr>
          <p:cNvPr id="19" name="Straight Connector 18">
            <a:extLst>
              <a:ext uri="{FF2B5EF4-FFF2-40B4-BE49-F238E27FC236}">
                <a16:creationId xmlns:a16="http://schemas.microsoft.com/office/drawing/2014/main" id="{4B4226C4-B1CA-899F-3C79-86180D6DF273}"/>
              </a:ext>
            </a:extLst>
          </p:cNvPr>
          <p:cNvCxnSpPr>
            <a:cxnSpLocks/>
          </p:cNvCxnSpPr>
          <p:nvPr/>
        </p:nvCxnSpPr>
        <p:spPr>
          <a:xfrm flipH="1">
            <a:off x="8929637" y="2380939"/>
            <a:ext cx="2828" cy="308735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451B5765-FF45-0745-C17C-D64F5894F151}"/>
              </a:ext>
            </a:extLst>
          </p:cNvPr>
          <p:cNvPicPr>
            <a:picLocks noChangeAspect="1"/>
          </p:cNvPicPr>
          <p:nvPr/>
        </p:nvPicPr>
        <p:blipFill>
          <a:blip r:embed="rId2"/>
          <a:stretch>
            <a:fillRect/>
          </a:stretch>
        </p:blipFill>
        <p:spPr>
          <a:xfrm>
            <a:off x="6845502" y="1088091"/>
            <a:ext cx="814779" cy="783740"/>
          </a:xfrm>
          <a:prstGeom prst="rect">
            <a:avLst/>
          </a:prstGeom>
        </p:spPr>
      </p:pic>
      <p:pic>
        <p:nvPicPr>
          <p:cNvPr id="10" name="Picture 9">
            <a:extLst>
              <a:ext uri="{FF2B5EF4-FFF2-40B4-BE49-F238E27FC236}">
                <a16:creationId xmlns:a16="http://schemas.microsoft.com/office/drawing/2014/main" id="{074074D1-5F2F-89C5-B17F-54BACC029F33}"/>
              </a:ext>
            </a:extLst>
          </p:cNvPr>
          <p:cNvPicPr>
            <a:picLocks noChangeAspect="1"/>
          </p:cNvPicPr>
          <p:nvPr/>
        </p:nvPicPr>
        <p:blipFill>
          <a:blip r:embed="rId3"/>
          <a:stretch>
            <a:fillRect/>
          </a:stretch>
        </p:blipFill>
        <p:spPr>
          <a:xfrm>
            <a:off x="761334" y="1121698"/>
            <a:ext cx="1257091" cy="750133"/>
          </a:xfrm>
          <a:prstGeom prst="rect">
            <a:avLst/>
          </a:prstGeom>
        </p:spPr>
      </p:pic>
      <p:pic>
        <p:nvPicPr>
          <p:cNvPr id="11" name="Picture 10">
            <a:extLst>
              <a:ext uri="{FF2B5EF4-FFF2-40B4-BE49-F238E27FC236}">
                <a16:creationId xmlns:a16="http://schemas.microsoft.com/office/drawing/2014/main" id="{682EE72E-4294-7325-F217-240386B5C6EF}"/>
              </a:ext>
            </a:extLst>
          </p:cNvPr>
          <p:cNvPicPr>
            <a:picLocks noChangeAspect="1"/>
          </p:cNvPicPr>
          <p:nvPr/>
        </p:nvPicPr>
        <p:blipFill>
          <a:blip r:embed="rId4"/>
          <a:stretch>
            <a:fillRect/>
          </a:stretch>
        </p:blipFill>
        <p:spPr>
          <a:xfrm>
            <a:off x="3733610" y="1103669"/>
            <a:ext cx="768162" cy="768162"/>
          </a:xfrm>
          <a:prstGeom prst="rect">
            <a:avLst/>
          </a:prstGeom>
        </p:spPr>
      </p:pic>
      <p:graphicFrame>
        <p:nvGraphicFramePr>
          <p:cNvPr id="16" name="Table 15">
            <a:extLst>
              <a:ext uri="{FF2B5EF4-FFF2-40B4-BE49-F238E27FC236}">
                <a16:creationId xmlns:a16="http://schemas.microsoft.com/office/drawing/2014/main" id="{469B2EA9-CA0F-8479-06B9-2BE55C43828A}"/>
              </a:ext>
            </a:extLst>
          </p:cNvPr>
          <p:cNvGraphicFramePr>
            <a:graphicFrameLocks noGrp="1"/>
          </p:cNvGraphicFramePr>
          <p:nvPr>
            <p:extLst>
              <p:ext uri="{D42A27DB-BD31-4B8C-83A1-F6EECF244321}">
                <p14:modId xmlns:p14="http://schemas.microsoft.com/office/powerpoint/2010/main" val="495445502"/>
              </p:ext>
            </p:extLst>
          </p:nvPr>
        </p:nvGraphicFramePr>
        <p:xfrm>
          <a:off x="2785707" y="1993287"/>
          <a:ext cx="2663968" cy="2377440"/>
        </p:xfrm>
        <a:graphic>
          <a:graphicData uri="http://schemas.openxmlformats.org/drawingml/2006/table">
            <a:tbl>
              <a:tblPr firstRow="1" bandRow="1">
                <a:tableStyleId>{5C22544A-7EE6-4342-B048-85BDC9FD1C3A}</a:tableStyleId>
              </a:tblPr>
              <a:tblGrid>
                <a:gridCol w="2663968">
                  <a:extLst>
                    <a:ext uri="{9D8B030D-6E8A-4147-A177-3AD203B41FA5}">
                      <a16:colId xmlns:a16="http://schemas.microsoft.com/office/drawing/2014/main" val="435776861"/>
                    </a:ext>
                  </a:extLst>
                </a:gridCol>
              </a:tblGrid>
              <a:tr h="0">
                <a:tc>
                  <a:txBody>
                    <a:bodyPr/>
                    <a:lstStyle/>
                    <a:p>
                      <a:pPr algn="ctr"/>
                      <a:r>
                        <a:rPr lang="en-US" i="1" dirty="0"/>
                        <a:t>Data Validation</a:t>
                      </a:r>
                    </a:p>
                  </a:txBody>
                  <a:tcPr/>
                </a:tc>
                <a:extLst>
                  <a:ext uri="{0D108BD9-81ED-4DB2-BD59-A6C34878D82A}">
                    <a16:rowId xmlns:a16="http://schemas.microsoft.com/office/drawing/2014/main" val="2785943380"/>
                  </a:ext>
                </a:extLst>
              </a:tr>
              <a:tr h="344810">
                <a:tc>
                  <a:txBody>
                    <a:bodyPr/>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As a standard quality-checking procedure, all submitted interviews uploaded in the portal were subjected to quality checks on key metrics.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latin typeface="Arial" panose="020B0604020202020204" pitchFamily="34" charset="0"/>
                          <a:cs typeface="Arial" panose="020B0604020202020204" pitchFamily="34" charset="0"/>
                        </a:rPr>
                        <a:t>Queries were shared with the field coordinator for review and feedback.</a:t>
                      </a:r>
                      <a:endParaRPr lang="en-US" sz="1400" dirty="0"/>
                    </a:p>
                  </a:txBody>
                  <a:tcPr/>
                </a:tc>
                <a:extLst>
                  <a:ext uri="{0D108BD9-81ED-4DB2-BD59-A6C34878D82A}">
                    <a16:rowId xmlns:a16="http://schemas.microsoft.com/office/drawing/2014/main" val="376456233"/>
                  </a:ext>
                </a:extLst>
              </a:tr>
            </a:tbl>
          </a:graphicData>
        </a:graphic>
      </p:graphicFrame>
      <p:graphicFrame>
        <p:nvGraphicFramePr>
          <p:cNvPr id="18" name="Table 17">
            <a:extLst>
              <a:ext uri="{FF2B5EF4-FFF2-40B4-BE49-F238E27FC236}">
                <a16:creationId xmlns:a16="http://schemas.microsoft.com/office/drawing/2014/main" id="{72BCEF61-1043-E200-8B35-481F10E86F22}"/>
              </a:ext>
            </a:extLst>
          </p:cNvPr>
          <p:cNvGraphicFramePr>
            <a:graphicFrameLocks noGrp="1"/>
          </p:cNvGraphicFramePr>
          <p:nvPr>
            <p:extLst>
              <p:ext uri="{D42A27DB-BD31-4B8C-83A1-F6EECF244321}">
                <p14:modId xmlns:p14="http://schemas.microsoft.com/office/powerpoint/2010/main" val="428226674"/>
              </p:ext>
            </p:extLst>
          </p:nvPr>
        </p:nvGraphicFramePr>
        <p:xfrm>
          <a:off x="193537" y="1993287"/>
          <a:ext cx="2514503" cy="1943151"/>
        </p:xfrm>
        <a:graphic>
          <a:graphicData uri="http://schemas.openxmlformats.org/drawingml/2006/table">
            <a:tbl>
              <a:tblPr firstRow="1" bandRow="1">
                <a:tableStyleId>{5C22544A-7EE6-4342-B048-85BDC9FD1C3A}</a:tableStyleId>
              </a:tblPr>
              <a:tblGrid>
                <a:gridCol w="2514503">
                  <a:extLst>
                    <a:ext uri="{9D8B030D-6E8A-4147-A177-3AD203B41FA5}">
                      <a16:colId xmlns:a16="http://schemas.microsoft.com/office/drawing/2014/main" val="27464810"/>
                    </a:ext>
                  </a:extLst>
                </a:gridCol>
              </a:tblGrid>
              <a:tr h="364013">
                <a:tc>
                  <a:txBody>
                    <a:bodyPr/>
                    <a:lstStyle/>
                    <a:p>
                      <a:pPr algn="ctr"/>
                      <a:r>
                        <a:rPr lang="en-US" i="1" dirty="0"/>
                        <a:t>Back-Checking</a:t>
                      </a:r>
                    </a:p>
                  </a:txBody>
                  <a:tcPr/>
                </a:tc>
                <a:extLst>
                  <a:ext uri="{0D108BD9-81ED-4DB2-BD59-A6C34878D82A}">
                    <a16:rowId xmlns:a16="http://schemas.microsoft.com/office/drawing/2014/main" val="3535561232"/>
                  </a:ext>
                </a:extLst>
              </a:tr>
              <a:tr h="1577391">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latin typeface="Arial" panose="020B0604020202020204" pitchFamily="34" charset="0"/>
                          <a:ea typeface="+mn-ea"/>
                          <a:cs typeface="Arial" panose="020B0604020202020204" pitchFamily="34" charset="0"/>
                        </a:rPr>
                        <a:t>Both in-field and telephonic back-checks were carried out. This was done to verify the accuracy and validity of the interviews conducted</a:t>
                      </a:r>
                      <a:r>
                        <a:rPr lang="en-US" sz="14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76306857"/>
                  </a:ext>
                </a:extLst>
              </a:tr>
            </a:tbl>
          </a:graphicData>
        </a:graphic>
      </p:graphicFrame>
      <p:graphicFrame>
        <p:nvGraphicFramePr>
          <p:cNvPr id="20" name="Table 19">
            <a:extLst>
              <a:ext uri="{FF2B5EF4-FFF2-40B4-BE49-F238E27FC236}">
                <a16:creationId xmlns:a16="http://schemas.microsoft.com/office/drawing/2014/main" id="{15CCC655-7B9B-1C3B-53C0-180CB4747D08}"/>
              </a:ext>
            </a:extLst>
          </p:cNvPr>
          <p:cNvGraphicFramePr>
            <a:graphicFrameLocks noGrp="1"/>
          </p:cNvGraphicFramePr>
          <p:nvPr>
            <p:extLst>
              <p:ext uri="{D42A27DB-BD31-4B8C-83A1-F6EECF244321}">
                <p14:modId xmlns:p14="http://schemas.microsoft.com/office/powerpoint/2010/main" val="511785577"/>
              </p:ext>
            </p:extLst>
          </p:nvPr>
        </p:nvGraphicFramePr>
        <p:xfrm>
          <a:off x="8797141" y="1993287"/>
          <a:ext cx="3288704" cy="4201669"/>
        </p:xfrm>
        <a:graphic>
          <a:graphicData uri="http://schemas.openxmlformats.org/drawingml/2006/table">
            <a:tbl>
              <a:tblPr firstRow="1" bandRow="1">
                <a:tableStyleId>{5C22544A-7EE6-4342-B048-85BDC9FD1C3A}</a:tableStyleId>
              </a:tblPr>
              <a:tblGrid>
                <a:gridCol w="3288704">
                  <a:extLst>
                    <a:ext uri="{9D8B030D-6E8A-4147-A177-3AD203B41FA5}">
                      <a16:colId xmlns:a16="http://schemas.microsoft.com/office/drawing/2014/main" val="2405505361"/>
                    </a:ext>
                  </a:extLst>
                </a:gridCol>
              </a:tblGrid>
              <a:tr h="7137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1" dirty="0">
                          <a:solidFill>
                            <a:schemeClr val="bg1"/>
                          </a:solidFill>
                          <a:latin typeface="Arial" panose="020B0604020202020204" pitchFamily="34" charset="0"/>
                          <a:cs typeface="Arial" panose="020B0604020202020204" pitchFamily="34" charset="0"/>
                        </a:rPr>
                        <a:t>Accompaniments</a:t>
                      </a:r>
                    </a:p>
                  </a:txBody>
                  <a:tcPr/>
                </a:tc>
                <a:extLst>
                  <a:ext uri="{0D108BD9-81ED-4DB2-BD59-A6C34878D82A}">
                    <a16:rowId xmlns:a16="http://schemas.microsoft.com/office/drawing/2014/main" val="1184088933"/>
                  </a:ext>
                </a:extLst>
              </a:tr>
              <a:tr h="3487936">
                <a:tc>
                  <a:txBody>
                    <a:bodyPr/>
                    <a:lstStyle/>
                    <a:p>
                      <a:pPr marL="285750" indent="-285750">
                        <a:lnSpc>
                          <a:spcPct val="150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Interviewers were accompanied in field to ensure adherence of research protocols and integrity of collected data.</a:t>
                      </a:r>
                    </a:p>
                    <a:p>
                      <a:pPr marL="285750" indent="-285750">
                        <a:lnSpc>
                          <a:spcPct val="150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This helped monitor interviewer’s performance, verify that correct sampling methods were followed and that the interviews were conducted in professional and unbiased manner.</a:t>
                      </a:r>
                      <a:endParaRPr lang="en-US" sz="1400" dirty="0"/>
                    </a:p>
                  </a:txBody>
                  <a:tcPr/>
                </a:tc>
                <a:extLst>
                  <a:ext uri="{0D108BD9-81ED-4DB2-BD59-A6C34878D82A}">
                    <a16:rowId xmlns:a16="http://schemas.microsoft.com/office/drawing/2014/main" val="3025751822"/>
                  </a:ext>
                </a:extLst>
              </a:tr>
            </a:tbl>
          </a:graphicData>
        </a:graphic>
      </p:graphicFrame>
      <p:graphicFrame>
        <p:nvGraphicFramePr>
          <p:cNvPr id="23" name="Table 22">
            <a:extLst>
              <a:ext uri="{FF2B5EF4-FFF2-40B4-BE49-F238E27FC236}">
                <a16:creationId xmlns:a16="http://schemas.microsoft.com/office/drawing/2014/main" id="{863C78CF-6F1B-B45D-5890-77CD1B0E63BD}"/>
              </a:ext>
            </a:extLst>
          </p:cNvPr>
          <p:cNvGraphicFramePr>
            <a:graphicFrameLocks noGrp="1"/>
          </p:cNvGraphicFramePr>
          <p:nvPr>
            <p:extLst>
              <p:ext uri="{D42A27DB-BD31-4B8C-83A1-F6EECF244321}">
                <p14:modId xmlns:p14="http://schemas.microsoft.com/office/powerpoint/2010/main" val="3200217139"/>
              </p:ext>
            </p:extLst>
          </p:nvPr>
        </p:nvGraphicFramePr>
        <p:xfrm>
          <a:off x="5613764" y="1993287"/>
          <a:ext cx="3050812" cy="4201669"/>
        </p:xfrm>
        <a:graphic>
          <a:graphicData uri="http://schemas.openxmlformats.org/drawingml/2006/table">
            <a:tbl>
              <a:tblPr firstRow="1" bandRow="1">
                <a:tableStyleId>{5C22544A-7EE6-4342-B048-85BDC9FD1C3A}</a:tableStyleId>
              </a:tblPr>
              <a:tblGrid>
                <a:gridCol w="3050812">
                  <a:extLst>
                    <a:ext uri="{9D8B030D-6E8A-4147-A177-3AD203B41FA5}">
                      <a16:colId xmlns:a16="http://schemas.microsoft.com/office/drawing/2014/main" val="3841247474"/>
                    </a:ext>
                  </a:extLst>
                </a:gridCol>
              </a:tblGrid>
              <a:tr h="4831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1" dirty="0">
                          <a:solidFill>
                            <a:schemeClr val="bg1"/>
                          </a:solidFill>
                          <a:latin typeface="Arial" panose="020B0604020202020204" pitchFamily="34" charset="0"/>
                          <a:cs typeface="Arial" panose="020B0604020202020204" pitchFamily="34" charset="0"/>
                        </a:rPr>
                        <a:t>Audio Listen-in</a:t>
                      </a:r>
                    </a:p>
                  </a:txBody>
                  <a:tcPr/>
                </a:tc>
                <a:extLst>
                  <a:ext uri="{0D108BD9-81ED-4DB2-BD59-A6C34878D82A}">
                    <a16:rowId xmlns:a16="http://schemas.microsoft.com/office/drawing/2014/main" val="2976045654"/>
                  </a:ext>
                </a:extLst>
              </a:tr>
              <a:tr h="483109">
                <a:tc>
                  <a:txBody>
                    <a:bodyPr/>
                    <a:lstStyle/>
                    <a:p>
                      <a:pPr marL="285750" indent="-285750">
                        <a:lnSpc>
                          <a:spcPct val="150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Interviews were listened into to verify the data, ascertain proper tool administering, and verify the audibility of both the interviewer and the interviewee.</a:t>
                      </a:r>
                    </a:p>
                    <a:p>
                      <a:pPr marL="285750" indent="-285750">
                        <a:lnSpc>
                          <a:spcPct val="150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Interviews flagged during the listen-in by the QC were subjected to further Quality Control checks; telephonic back-checking to affirm their validity.</a:t>
                      </a:r>
                      <a:endParaRPr lang="en-US" sz="1400" dirty="0"/>
                    </a:p>
                    <a:p>
                      <a:endParaRPr lang="en-US" dirty="0"/>
                    </a:p>
                  </a:txBody>
                  <a:tcPr/>
                </a:tc>
                <a:extLst>
                  <a:ext uri="{0D108BD9-81ED-4DB2-BD59-A6C34878D82A}">
                    <a16:rowId xmlns:a16="http://schemas.microsoft.com/office/drawing/2014/main" val="2397377548"/>
                  </a:ext>
                </a:extLst>
              </a:tr>
            </a:tbl>
          </a:graphicData>
        </a:graphic>
      </p:graphicFrame>
      <p:pic>
        <p:nvPicPr>
          <p:cNvPr id="2" name="Picture 6" descr="Employee Silhouette Images | Free Vectors, Stock Photos &amp; PSD">
            <a:extLst>
              <a:ext uri="{FF2B5EF4-FFF2-40B4-BE49-F238E27FC236}">
                <a16:creationId xmlns:a16="http://schemas.microsoft.com/office/drawing/2014/main" id="{013FC244-3F56-B20D-0423-D387D39B11F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62226" y="1088091"/>
            <a:ext cx="853135" cy="7590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961D9C7-5BAD-E787-2B41-501C2A448205}"/>
              </a:ext>
            </a:extLst>
          </p:cNvPr>
          <p:cNvSpPr txBox="1"/>
          <p:nvPr/>
        </p:nvSpPr>
        <p:spPr>
          <a:xfrm>
            <a:off x="8450213" y="6457524"/>
            <a:ext cx="3767744" cy="246221"/>
          </a:xfrm>
          <a:prstGeom prst="rect">
            <a:avLst/>
          </a:prstGeom>
          <a:noFill/>
        </p:spPr>
        <p:txBody>
          <a:bodyPr wrap="square" rtlCol="0">
            <a:spAutoFit/>
          </a:bodyPr>
          <a:lstStyle/>
          <a:p>
            <a:r>
              <a:rPr lang="en-US" sz="1000" dirty="0"/>
              <a:t>Silhouette and image credits: Shutterstock.</a:t>
            </a:r>
            <a:endParaRPr lang="en-KE" sz="1000" dirty="0"/>
          </a:p>
        </p:txBody>
      </p:sp>
    </p:spTree>
    <p:extLst>
      <p:ext uri="{BB962C8B-B14F-4D97-AF65-F5344CB8AC3E}">
        <p14:creationId xmlns:p14="http://schemas.microsoft.com/office/powerpoint/2010/main" val="3105644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2935-754B-0400-7BE9-77FA79780C40}"/>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0C91EED9-3082-B82B-0249-96BA88C9416B}"/>
              </a:ext>
            </a:extLst>
          </p:cNvPr>
          <p:cNvSpPr>
            <a:spLocks noGrp="1"/>
          </p:cNvSpPr>
          <p:nvPr>
            <p:ph type="title"/>
          </p:nvPr>
        </p:nvSpPr>
        <p:spPr>
          <a:xfrm>
            <a:off x="2879297" y="366789"/>
            <a:ext cx="6221597" cy="531026"/>
          </a:xfrm>
        </p:spPr>
        <p:txBody>
          <a:bodyPr/>
          <a:lstStyle/>
          <a:p>
            <a:pPr algn="ctr"/>
            <a:r>
              <a:rPr lang="en-GB" sz="3200" dirty="0">
                <a:solidFill>
                  <a:srgbClr val="0070C0"/>
                </a:solidFill>
              </a:rPr>
              <a:t>QUALITY CONTROL CHECKS</a:t>
            </a:r>
          </a:p>
        </p:txBody>
      </p:sp>
      <p:sp>
        <p:nvSpPr>
          <p:cNvPr id="12" name="Parallelogram 2">
            <a:extLst>
              <a:ext uri="{FF2B5EF4-FFF2-40B4-BE49-F238E27FC236}">
                <a16:creationId xmlns:a16="http://schemas.microsoft.com/office/drawing/2014/main" id="{4EF6E2BA-1E0E-993A-6E2A-1AFE9849D9EA}"/>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01359376-DE8A-E294-06DD-84E001A5490B}"/>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DABB1774-0C3C-38BE-F8B7-8DC51F1B4D9E}"/>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pic>
        <p:nvPicPr>
          <p:cNvPr id="2" name="Picture 2" descr="Gps - Free maps and location icons">
            <a:extLst>
              <a:ext uri="{FF2B5EF4-FFF2-40B4-BE49-F238E27FC236}">
                <a16:creationId xmlns:a16="http://schemas.microsoft.com/office/drawing/2014/main" id="{9B56207C-E31B-BC3C-F115-EC90B4150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605" y="1450103"/>
            <a:ext cx="822775" cy="822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FB485EA-21E0-25A7-7395-ADD9B59F64FE}"/>
              </a:ext>
            </a:extLst>
          </p:cNvPr>
          <p:cNvSpPr txBox="1"/>
          <p:nvPr/>
        </p:nvSpPr>
        <p:spPr>
          <a:xfrm>
            <a:off x="1033093" y="2289409"/>
            <a:ext cx="1737360" cy="226665"/>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GPS</a:t>
            </a:r>
          </a:p>
        </p:txBody>
      </p:sp>
      <p:sp>
        <p:nvSpPr>
          <p:cNvPr id="5" name="TextBox 4">
            <a:extLst>
              <a:ext uri="{FF2B5EF4-FFF2-40B4-BE49-F238E27FC236}">
                <a16:creationId xmlns:a16="http://schemas.microsoft.com/office/drawing/2014/main" id="{BCBCD2DD-350B-C358-B996-4CABA3DCB12D}"/>
              </a:ext>
            </a:extLst>
          </p:cNvPr>
          <p:cNvSpPr txBox="1"/>
          <p:nvPr/>
        </p:nvSpPr>
        <p:spPr>
          <a:xfrm>
            <a:off x="93076" y="2735352"/>
            <a:ext cx="3617394" cy="1904817"/>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 Accuracy of the data was ensured by validating the interview location.</a:t>
            </a:r>
          </a:p>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Any instances of duplicate GPS coordinates flagged concerns about the authenticity of those interviews.</a:t>
            </a:r>
          </a:p>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Interviews with missing and duplicate GPS were all subjected to cancellation.</a:t>
            </a:r>
          </a:p>
        </p:txBody>
      </p:sp>
      <p:cxnSp>
        <p:nvCxnSpPr>
          <p:cNvPr id="7" name="Straight Connector 6">
            <a:extLst>
              <a:ext uri="{FF2B5EF4-FFF2-40B4-BE49-F238E27FC236}">
                <a16:creationId xmlns:a16="http://schemas.microsoft.com/office/drawing/2014/main" id="{D66D5601-FA3E-0418-13D2-1319374F8AC6}"/>
              </a:ext>
            </a:extLst>
          </p:cNvPr>
          <p:cNvCxnSpPr>
            <a:cxnSpLocks/>
          </p:cNvCxnSpPr>
          <p:nvPr/>
        </p:nvCxnSpPr>
        <p:spPr>
          <a:xfrm>
            <a:off x="3963394" y="2735421"/>
            <a:ext cx="20368" cy="274704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6433FEF3-D3D4-EBA9-5777-6775B7F38FA1}"/>
              </a:ext>
            </a:extLst>
          </p:cNvPr>
          <p:cNvPicPr>
            <a:picLocks noChangeAspect="1"/>
          </p:cNvPicPr>
          <p:nvPr/>
        </p:nvPicPr>
        <p:blipFill>
          <a:blip r:embed="rId3"/>
          <a:stretch>
            <a:fillRect/>
          </a:stretch>
        </p:blipFill>
        <p:spPr>
          <a:xfrm>
            <a:off x="5287064" y="1450103"/>
            <a:ext cx="814779" cy="783740"/>
          </a:xfrm>
          <a:prstGeom prst="rect">
            <a:avLst/>
          </a:prstGeom>
        </p:spPr>
      </p:pic>
      <p:sp>
        <p:nvSpPr>
          <p:cNvPr id="9" name="TextBox 8">
            <a:extLst>
              <a:ext uri="{FF2B5EF4-FFF2-40B4-BE49-F238E27FC236}">
                <a16:creationId xmlns:a16="http://schemas.microsoft.com/office/drawing/2014/main" id="{E716881B-990C-B7B6-C59E-EB8B264127CD}"/>
              </a:ext>
            </a:extLst>
          </p:cNvPr>
          <p:cNvSpPr txBox="1"/>
          <p:nvPr/>
        </p:nvSpPr>
        <p:spPr>
          <a:xfrm>
            <a:off x="4811885" y="2289409"/>
            <a:ext cx="1920240" cy="226665"/>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Audio Listen-in</a:t>
            </a:r>
          </a:p>
        </p:txBody>
      </p:sp>
      <p:sp>
        <p:nvSpPr>
          <p:cNvPr id="13" name="TextBox 12">
            <a:extLst>
              <a:ext uri="{FF2B5EF4-FFF2-40B4-BE49-F238E27FC236}">
                <a16:creationId xmlns:a16="http://schemas.microsoft.com/office/drawing/2014/main" id="{B11AD366-A58E-0748-A8AD-3A6892A3901B}"/>
              </a:ext>
            </a:extLst>
          </p:cNvPr>
          <p:cNvSpPr txBox="1"/>
          <p:nvPr/>
        </p:nvSpPr>
        <p:spPr>
          <a:xfrm>
            <a:off x="4236686" y="2735352"/>
            <a:ext cx="3387945" cy="2006640"/>
          </a:xfrm>
          <a:prstGeom prst="rect">
            <a:avLst/>
          </a:prstGeom>
          <a:noFill/>
        </p:spPr>
        <p:txBody>
          <a:bodyPr wrap="square" lIns="0" tIns="0" rIns="0" bIns="0" rtlCol="0">
            <a:spAutoFit/>
          </a:bodyPr>
          <a:lstStyle/>
          <a:p>
            <a:pPr marL="285750" indent="-285750">
              <a:lnSpc>
                <a:spcPct val="150000"/>
              </a:lnSpc>
              <a:spcBef>
                <a:spcPts val="400"/>
              </a:spcBef>
              <a:spcAft>
                <a:spcPts val="4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Flagged interviews were listened into to verify the data, ascertain proper tool administering, and verify the audibility of both the interviewer and the interviewee.</a:t>
            </a:r>
          </a:p>
          <a:p>
            <a:pPr marL="285750" indent="-285750">
              <a:lnSpc>
                <a:spcPct val="150000"/>
              </a:lnSpc>
              <a:spcBef>
                <a:spcPts val="400"/>
              </a:spcBef>
              <a:spcAft>
                <a:spcPts val="4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Interviews missing audio recordings underwent telephonic back-checks to confirm that the interviews were properly conducted.</a:t>
            </a:r>
            <a:endParaRPr lang="en-US" sz="1100" dirty="0"/>
          </a:p>
        </p:txBody>
      </p:sp>
      <p:cxnSp>
        <p:nvCxnSpPr>
          <p:cNvPr id="17" name="Straight Connector 16">
            <a:extLst>
              <a:ext uri="{FF2B5EF4-FFF2-40B4-BE49-F238E27FC236}">
                <a16:creationId xmlns:a16="http://schemas.microsoft.com/office/drawing/2014/main" id="{B38C8502-98F1-F95D-7B68-C6CB18133032}"/>
              </a:ext>
            </a:extLst>
          </p:cNvPr>
          <p:cNvCxnSpPr>
            <a:cxnSpLocks/>
          </p:cNvCxnSpPr>
          <p:nvPr/>
        </p:nvCxnSpPr>
        <p:spPr>
          <a:xfrm>
            <a:off x="7808103" y="2735352"/>
            <a:ext cx="50456" cy="27471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2A985B3-1C2D-1770-AFEB-7FBA87B183FD}"/>
              </a:ext>
            </a:extLst>
          </p:cNvPr>
          <p:cNvSpPr txBox="1"/>
          <p:nvPr/>
        </p:nvSpPr>
        <p:spPr>
          <a:xfrm>
            <a:off x="8040866" y="2289410"/>
            <a:ext cx="2545171" cy="226665"/>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Consistency check</a:t>
            </a:r>
            <a:endParaRPr lang="en-US" sz="1600" b="1" dirty="0">
              <a:solidFill>
                <a:srgbClr val="00B0F0"/>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5B6278F8-8DCF-CB0C-0F97-2F01AFA72B0E}"/>
              </a:ext>
            </a:extLst>
          </p:cNvPr>
          <p:cNvSpPr txBox="1"/>
          <p:nvPr/>
        </p:nvSpPr>
        <p:spPr>
          <a:xfrm>
            <a:off x="8040866" y="2735420"/>
            <a:ext cx="2895996" cy="1627818"/>
          </a:xfrm>
          <a:prstGeom prst="rect">
            <a:avLst/>
          </a:prstGeom>
          <a:noFill/>
        </p:spPr>
        <p:txBody>
          <a:bodyPr wrap="square" lIns="0" tIns="0" rIns="0" bIns="0" rtlCol="0">
            <a:spAutoFit/>
          </a:bodyPr>
          <a:lstStyle/>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Related questions underwent detailed quality control checks to maintain accuracy.</a:t>
            </a:r>
          </a:p>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Consistency and relevancy were ensured through comprehensive quality assessment.</a:t>
            </a:r>
          </a:p>
        </p:txBody>
      </p:sp>
      <p:pic>
        <p:nvPicPr>
          <p:cNvPr id="1026" name="Picture 2" descr="7,900+ Reverse Stock Illustrations, Royalty-Free Vector Graphics &amp; Clip Art  - iStock | Reverse osmosis, Reverse icon, Reverse aging">
            <a:extLst>
              <a:ext uri="{FF2B5EF4-FFF2-40B4-BE49-F238E27FC236}">
                <a16:creationId xmlns:a16="http://schemas.microsoft.com/office/drawing/2014/main" id="{53B9F7CF-1BE4-6DC0-88D2-2759BBB98E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2063" y="1466633"/>
            <a:ext cx="822776" cy="82277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DE53C52-3BEB-C106-341A-228AE8EE3338}"/>
              </a:ext>
            </a:extLst>
          </p:cNvPr>
          <p:cNvSpPr txBox="1"/>
          <p:nvPr/>
        </p:nvSpPr>
        <p:spPr>
          <a:xfrm>
            <a:off x="8450213" y="6457524"/>
            <a:ext cx="3767744" cy="246221"/>
          </a:xfrm>
          <a:prstGeom prst="rect">
            <a:avLst/>
          </a:prstGeom>
          <a:noFill/>
        </p:spPr>
        <p:txBody>
          <a:bodyPr wrap="square" rtlCol="0">
            <a:spAutoFit/>
          </a:bodyPr>
          <a:lstStyle/>
          <a:p>
            <a:r>
              <a:rPr lang="en-US" sz="1000" dirty="0"/>
              <a:t>Silhouette and image credits: Shutterstock.</a:t>
            </a:r>
            <a:endParaRPr lang="en-KE" sz="1000" dirty="0"/>
          </a:p>
        </p:txBody>
      </p:sp>
    </p:spTree>
    <p:extLst>
      <p:ext uri="{BB962C8B-B14F-4D97-AF65-F5344CB8AC3E}">
        <p14:creationId xmlns:p14="http://schemas.microsoft.com/office/powerpoint/2010/main" val="1170306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6FD6E-6BE4-8420-E930-98FA04AC084E}"/>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533B5080-9CE9-C497-B49B-D25601D852D6}"/>
              </a:ext>
            </a:extLst>
          </p:cNvPr>
          <p:cNvSpPr>
            <a:spLocks noGrp="1"/>
          </p:cNvSpPr>
          <p:nvPr>
            <p:ph type="title"/>
          </p:nvPr>
        </p:nvSpPr>
        <p:spPr>
          <a:xfrm>
            <a:off x="2597203" y="381908"/>
            <a:ext cx="6221597" cy="531026"/>
          </a:xfrm>
        </p:spPr>
        <p:txBody>
          <a:bodyPr/>
          <a:lstStyle/>
          <a:p>
            <a:pPr algn="ctr"/>
            <a:r>
              <a:rPr lang="en-GB" sz="3200" dirty="0">
                <a:solidFill>
                  <a:srgbClr val="0070C0"/>
                </a:solidFill>
              </a:rPr>
              <a:t>QUALITY CONTROL CHECKS</a:t>
            </a:r>
          </a:p>
        </p:txBody>
      </p:sp>
      <p:sp>
        <p:nvSpPr>
          <p:cNvPr id="12" name="Parallelogram 2">
            <a:extLst>
              <a:ext uri="{FF2B5EF4-FFF2-40B4-BE49-F238E27FC236}">
                <a16:creationId xmlns:a16="http://schemas.microsoft.com/office/drawing/2014/main" id="{BACFBD10-0914-BA00-3C3E-EA1AFC6153C7}"/>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25240C7D-8FFC-B84F-C7FF-9EEBDD869629}"/>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0B28C882-CEE4-D706-AAAD-C24A56652F30}"/>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cxnSp>
        <p:nvCxnSpPr>
          <p:cNvPr id="16" name="Straight Connector 15">
            <a:extLst>
              <a:ext uri="{FF2B5EF4-FFF2-40B4-BE49-F238E27FC236}">
                <a16:creationId xmlns:a16="http://schemas.microsoft.com/office/drawing/2014/main" id="{E66CF211-DCEB-8F14-959F-54AE08900D35}"/>
              </a:ext>
            </a:extLst>
          </p:cNvPr>
          <p:cNvCxnSpPr>
            <a:cxnSpLocks/>
          </p:cNvCxnSpPr>
          <p:nvPr/>
        </p:nvCxnSpPr>
        <p:spPr>
          <a:xfrm>
            <a:off x="3933622" y="2388832"/>
            <a:ext cx="0" cy="321807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68F9D60-96DA-7C1E-87F4-DB69CD17D4ED}"/>
              </a:ext>
            </a:extLst>
          </p:cNvPr>
          <p:cNvCxnSpPr>
            <a:cxnSpLocks/>
          </p:cNvCxnSpPr>
          <p:nvPr/>
        </p:nvCxnSpPr>
        <p:spPr>
          <a:xfrm>
            <a:off x="7933057" y="2378284"/>
            <a:ext cx="0" cy="322861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2" name="Picture 2" descr="Heartbeat SVG, Heartbeat stethoscope svg, heart beat png, cardiology svg,  ekg svg, heart beat silhouette, doctor svg, medical sign Stock Vector |  Adobe Stock">
            <a:extLst>
              <a:ext uri="{FF2B5EF4-FFF2-40B4-BE49-F238E27FC236}">
                <a16:creationId xmlns:a16="http://schemas.microsoft.com/office/drawing/2014/main" id="{392B60B1-D475-A711-7D8E-5A5E28A63C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82" r="30073"/>
          <a:stretch/>
        </p:blipFill>
        <p:spPr bwMode="auto">
          <a:xfrm>
            <a:off x="1013457" y="1302811"/>
            <a:ext cx="1453975" cy="7560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98A4D83-D899-729F-390C-69DB37DE68AD}"/>
              </a:ext>
            </a:extLst>
          </p:cNvPr>
          <p:cNvSpPr txBox="1"/>
          <p:nvPr/>
        </p:nvSpPr>
        <p:spPr>
          <a:xfrm>
            <a:off x="475735" y="2276338"/>
            <a:ext cx="2529421" cy="226665"/>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Straight lining</a:t>
            </a:r>
          </a:p>
        </p:txBody>
      </p:sp>
      <p:sp>
        <p:nvSpPr>
          <p:cNvPr id="5" name="TextBox 4">
            <a:extLst>
              <a:ext uri="{FF2B5EF4-FFF2-40B4-BE49-F238E27FC236}">
                <a16:creationId xmlns:a16="http://schemas.microsoft.com/office/drawing/2014/main" id="{CB71C46B-C711-4C22-5D2E-6F7C2C7402E0}"/>
              </a:ext>
            </a:extLst>
          </p:cNvPr>
          <p:cNvSpPr txBox="1"/>
          <p:nvPr/>
        </p:nvSpPr>
        <p:spPr>
          <a:xfrm>
            <a:off x="106097" y="2814795"/>
            <a:ext cx="3420578" cy="1627818"/>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This metric flagged questions where the respondent provided same answer to a series of questions; Likert scale questions.</a:t>
            </a:r>
          </a:p>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This indicated random responding, lack of engagement or issue with the respondent's attention during the interviewing process.</a:t>
            </a:r>
            <a:endParaRPr lang="en-US" sz="1400" dirty="0">
              <a:latin typeface="Arial" panose="020B0604020202020204" pitchFamily="34" charset="0"/>
              <a:cs typeface="Arial" panose="020B0604020202020204" pitchFamily="34" charset="0"/>
            </a:endParaRPr>
          </a:p>
        </p:txBody>
      </p:sp>
      <p:pic>
        <p:nvPicPr>
          <p:cNvPr id="13" name="Picture 4" descr="Question Silhouette Images - Free Download on Freepik">
            <a:extLst>
              <a:ext uri="{FF2B5EF4-FFF2-40B4-BE49-F238E27FC236}">
                <a16:creationId xmlns:a16="http://schemas.microsoft.com/office/drawing/2014/main" id="{EA085E30-ABF6-4DD2-B3DE-FE28A67D16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46" t="9364" r="49132" b="46338"/>
          <a:stretch/>
        </p:blipFill>
        <p:spPr bwMode="auto">
          <a:xfrm>
            <a:off x="9114481" y="1208953"/>
            <a:ext cx="1135346" cy="78977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83344842-F752-23C4-1F02-B37DAF311A38}"/>
              </a:ext>
            </a:extLst>
          </p:cNvPr>
          <p:cNvSpPr txBox="1"/>
          <p:nvPr/>
        </p:nvSpPr>
        <p:spPr>
          <a:xfrm>
            <a:off x="8573714" y="2276337"/>
            <a:ext cx="2216881" cy="221727"/>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rPr>
              <a:t>Long pause</a:t>
            </a:r>
          </a:p>
        </p:txBody>
      </p:sp>
      <p:sp>
        <p:nvSpPr>
          <p:cNvPr id="19" name="TextBox 18">
            <a:extLst>
              <a:ext uri="{FF2B5EF4-FFF2-40B4-BE49-F238E27FC236}">
                <a16:creationId xmlns:a16="http://schemas.microsoft.com/office/drawing/2014/main" id="{9B15C704-6712-27E8-0914-CAA538D60987}"/>
              </a:ext>
            </a:extLst>
          </p:cNvPr>
          <p:cNvSpPr txBox="1"/>
          <p:nvPr/>
        </p:nvSpPr>
        <p:spPr>
          <a:xfrm>
            <a:off x="8221168" y="2814795"/>
            <a:ext cx="3530372" cy="1627818"/>
          </a:xfrm>
          <a:prstGeom prst="rect">
            <a:avLst/>
          </a:prstGeom>
          <a:noFill/>
        </p:spPr>
        <p:txBody>
          <a:bodyPr wrap="square" lIns="0" tIns="0" rIns="0" bIns="0" rtlCol="0">
            <a:spAutoFit/>
          </a:bodyPr>
          <a:lstStyle/>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Instances where there were unusual extended gaps between responses or questions during the interview were flagged.</a:t>
            </a:r>
          </a:p>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This indicated a potential issue with obtaining responses or disruptions in the flow of the interview.</a:t>
            </a:r>
          </a:p>
        </p:txBody>
      </p:sp>
      <p:pic>
        <p:nvPicPr>
          <p:cNvPr id="10" name="Picture 2" descr="Black silhouette clock face with deadline time Vector Image">
            <a:extLst>
              <a:ext uri="{FF2B5EF4-FFF2-40B4-BE49-F238E27FC236}">
                <a16:creationId xmlns:a16="http://schemas.microsoft.com/office/drawing/2014/main" id="{868BF3CC-0733-CE07-AE99-DDD8BC3F3E3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293" b="13536"/>
          <a:stretch/>
        </p:blipFill>
        <p:spPr bwMode="auto">
          <a:xfrm>
            <a:off x="5219205" y="1294121"/>
            <a:ext cx="977592" cy="81477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9BABAE4-0F30-5B72-B02F-DF56781E42C3}"/>
              </a:ext>
            </a:extLst>
          </p:cNvPr>
          <p:cNvSpPr txBox="1"/>
          <p:nvPr/>
        </p:nvSpPr>
        <p:spPr>
          <a:xfrm>
            <a:off x="4633468" y="2271399"/>
            <a:ext cx="2529421" cy="226665"/>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LOI &lt; 50 % &amp; &gt; 50% Average</a:t>
            </a:r>
          </a:p>
        </p:txBody>
      </p:sp>
      <p:sp>
        <p:nvSpPr>
          <p:cNvPr id="15" name="TextBox 14">
            <a:extLst>
              <a:ext uri="{FF2B5EF4-FFF2-40B4-BE49-F238E27FC236}">
                <a16:creationId xmlns:a16="http://schemas.microsoft.com/office/drawing/2014/main" id="{B5BECE9D-8FAC-E1F0-C4E8-EB4EF80A96B9}"/>
              </a:ext>
            </a:extLst>
          </p:cNvPr>
          <p:cNvSpPr txBox="1"/>
          <p:nvPr/>
        </p:nvSpPr>
        <p:spPr>
          <a:xfrm>
            <a:off x="4083271" y="2814795"/>
            <a:ext cx="3700137" cy="1904817"/>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This check flagged interviews that were significantly shorter or longer than expected.</a:t>
            </a:r>
          </a:p>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Specifically, it identified the interviews that were less than half the average or more than double average active time.</a:t>
            </a:r>
          </a:p>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Interviews with LOI below half the average were all subjected to cancellation.</a:t>
            </a:r>
            <a:endParaRPr lang="en-US"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8AF2F33-7464-3B2B-D150-E34332240808}"/>
              </a:ext>
            </a:extLst>
          </p:cNvPr>
          <p:cNvSpPr txBox="1"/>
          <p:nvPr/>
        </p:nvSpPr>
        <p:spPr>
          <a:xfrm>
            <a:off x="8450213" y="6457524"/>
            <a:ext cx="3767744" cy="246221"/>
          </a:xfrm>
          <a:prstGeom prst="rect">
            <a:avLst/>
          </a:prstGeom>
          <a:noFill/>
        </p:spPr>
        <p:txBody>
          <a:bodyPr wrap="square" rtlCol="0">
            <a:spAutoFit/>
          </a:bodyPr>
          <a:lstStyle/>
          <a:p>
            <a:r>
              <a:rPr lang="en-US" sz="1000" dirty="0"/>
              <a:t>Silhouette and image credits: Shutterstock.</a:t>
            </a:r>
            <a:endParaRPr lang="en-KE" sz="1000" dirty="0"/>
          </a:p>
        </p:txBody>
      </p:sp>
    </p:spTree>
    <p:extLst>
      <p:ext uri="{BB962C8B-B14F-4D97-AF65-F5344CB8AC3E}">
        <p14:creationId xmlns:p14="http://schemas.microsoft.com/office/powerpoint/2010/main" val="3360460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4F1F0-12F5-609B-A05C-850676762F5D}"/>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91D3F933-2963-17FE-B557-5645CA958A6F}"/>
              </a:ext>
            </a:extLst>
          </p:cNvPr>
          <p:cNvSpPr>
            <a:spLocks noGrp="1"/>
          </p:cNvSpPr>
          <p:nvPr>
            <p:ph type="title"/>
          </p:nvPr>
        </p:nvSpPr>
        <p:spPr>
          <a:xfrm>
            <a:off x="2597203" y="381908"/>
            <a:ext cx="6221597" cy="531026"/>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B1012E1C-F8F9-6EF3-2D09-7A334CA9A1A8}"/>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FFC18316-1297-0A5A-950A-330A1121C71E}"/>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3DA70B7C-3DB0-9631-4739-28BB529CB421}"/>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cxnSp>
        <p:nvCxnSpPr>
          <p:cNvPr id="16" name="Straight Connector 15">
            <a:extLst>
              <a:ext uri="{FF2B5EF4-FFF2-40B4-BE49-F238E27FC236}">
                <a16:creationId xmlns:a16="http://schemas.microsoft.com/office/drawing/2014/main" id="{8295A0C2-913B-AA5E-8218-4913C9D20490}"/>
              </a:ext>
            </a:extLst>
          </p:cNvPr>
          <p:cNvCxnSpPr>
            <a:cxnSpLocks/>
          </p:cNvCxnSpPr>
          <p:nvPr/>
        </p:nvCxnSpPr>
        <p:spPr>
          <a:xfrm>
            <a:off x="3169372" y="2291736"/>
            <a:ext cx="0" cy="321807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2" name="Picture 2" descr="Heartbeat SVG, Heartbeat stethoscope svg, heart beat png, cardiology svg,  ekg svg, heart beat silhouette, doctor svg, medical sign Stock Vector |  Adobe Stock">
            <a:extLst>
              <a:ext uri="{FF2B5EF4-FFF2-40B4-BE49-F238E27FC236}">
                <a16:creationId xmlns:a16="http://schemas.microsoft.com/office/drawing/2014/main" id="{64978C72-7876-9C20-6715-CA036B8CD8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82" r="30073"/>
          <a:stretch/>
        </p:blipFill>
        <p:spPr bwMode="auto">
          <a:xfrm>
            <a:off x="856388" y="1129589"/>
            <a:ext cx="1453975" cy="7560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C8B8498-5B52-D63F-C050-4ACB49DB3288}"/>
              </a:ext>
            </a:extLst>
          </p:cNvPr>
          <p:cNvSpPr txBox="1"/>
          <p:nvPr/>
        </p:nvSpPr>
        <p:spPr>
          <a:xfrm>
            <a:off x="558390" y="2102321"/>
            <a:ext cx="2108387" cy="226665"/>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Straight lining</a:t>
            </a:r>
          </a:p>
        </p:txBody>
      </p:sp>
      <p:sp>
        <p:nvSpPr>
          <p:cNvPr id="5" name="TextBox 4">
            <a:extLst>
              <a:ext uri="{FF2B5EF4-FFF2-40B4-BE49-F238E27FC236}">
                <a16:creationId xmlns:a16="http://schemas.microsoft.com/office/drawing/2014/main" id="{06BB2018-0D3A-92A1-3A1D-0F80B04DF75D}"/>
              </a:ext>
            </a:extLst>
          </p:cNvPr>
          <p:cNvSpPr txBox="1"/>
          <p:nvPr/>
        </p:nvSpPr>
        <p:spPr>
          <a:xfrm>
            <a:off x="215453" y="2566278"/>
            <a:ext cx="2794262" cy="2200118"/>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This metric flagged questions where the respondent provided same answer to a series of questions; Likert scale questions.</a:t>
            </a:r>
          </a:p>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This indicated random responding, lack of engagement or issue with the respondent's attention during the interviewing process.</a:t>
            </a:r>
            <a:endParaRPr lang="en-US" sz="1400" dirty="0">
              <a:latin typeface="Arial" panose="020B0604020202020204" pitchFamily="34" charset="0"/>
              <a:cs typeface="Arial" panose="020B0604020202020204" pitchFamily="34" charset="0"/>
            </a:endParaRPr>
          </a:p>
        </p:txBody>
      </p:sp>
      <p:graphicFrame>
        <p:nvGraphicFramePr>
          <p:cNvPr id="7" name="Chart 6">
            <a:extLst>
              <a:ext uri="{FF2B5EF4-FFF2-40B4-BE49-F238E27FC236}">
                <a16:creationId xmlns:a16="http://schemas.microsoft.com/office/drawing/2014/main" id="{6FE3C52C-5D5E-87DF-18E9-D3068819DDE8}"/>
              </a:ext>
            </a:extLst>
          </p:cNvPr>
          <p:cNvGraphicFramePr/>
          <p:nvPr>
            <p:extLst>
              <p:ext uri="{D42A27DB-BD31-4B8C-83A1-F6EECF244321}">
                <p14:modId xmlns:p14="http://schemas.microsoft.com/office/powerpoint/2010/main" val="2374411212"/>
              </p:ext>
            </p:extLst>
          </p:nvPr>
        </p:nvGraphicFramePr>
        <p:xfrm>
          <a:off x="3407923" y="1450102"/>
          <a:ext cx="8144482" cy="355239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CF468B40-291D-8F55-D2AE-3F0C57329684}"/>
              </a:ext>
            </a:extLst>
          </p:cNvPr>
          <p:cNvSpPr txBox="1"/>
          <p:nvPr/>
        </p:nvSpPr>
        <p:spPr>
          <a:xfrm>
            <a:off x="3407923" y="5270510"/>
            <a:ext cx="7654735" cy="478593"/>
          </a:xfrm>
          <a:prstGeom prst="rect">
            <a:avLst/>
          </a:prstGeom>
          <a:noFill/>
        </p:spPr>
        <p:txBody>
          <a:bodyPr wrap="square" lIns="0" tIns="0" rIns="0" bIns="0" rtlCol="0">
            <a:spAutoFit/>
          </a:bodyPr>
          <a:lstStyle/>
          <a:p>
            <a:pPr marL="285750" indent="-285750" algn="just">
              <a:lnSpc>
                <a:spcPct val="115000"/>
              </a:lnSpc>
              <a:spcBef>
                <a:spcPts val="400"/>
              </a:spcBef>
              <a:spcAft>
                <a:spcPts val="400"/>
              </a:spcAft>
              <a:buSzPct val="100000"/>
              <a:buFont typeface="Arial" panose="020B0604020202020204" pitchFamily="34" charset="0"/>
              <a:buChar char="•"/>
            </a:pPr>
            <a:r>
              <a:rPr lang="en-US" sz="1400" i="1" dirty="0">
                <a:latin typeface="Calibri" panose="020F0502020204030204" pitchFamily="34" charset="0"/>
                <a:ea typeface="Calibri" panose="020F0502020204030204" pitchFamily="34" charset="0"/>
                <a:cs typeface="Calibri" panose="020F0502020204030204" pitchFamily="34" charset="0"/>
              </a:rPr>
              <a:t>Out of 1,019 interviews, 230 were flagged for straight-lining, with the highest recording 17 instances and the lowest 4</a:t>
            </a:r>
            <a:r>
              <a:rPr lang="en-US" sz="1400" dirty="0"/>
              <a:t>.</a:t>
            </a:r>
          </a:p>
        </p:txBody>
      </p:sp>
      <p:sp>
        <p:nvSpPr>
          <p:cNvPr id="9" name="TextBox 8">
            <a:extLst>
              <a:ext uri="{FF2B5EF4-FFF2-40B4-BE49-F238E27FC236}">
                <a16:creationId xmlns:a16="http://schemas.microsoft.com/office/drawing/2014/main" id="{61985DBC-5D84-307E-AF59-5D0E1E74EE90}"/>
              </a:ext>
            </a:extLst>
          </p:cNvPr>
          <p:cNvSpPr txBox="1"/>
          <p:nvPr/>
        </p:nvSpPr>
        <p:spPr>
          <a:xfrm>
            <a:off x="8450213" y="6457524"/>
            <a:ext cx="3767744" cy="246221"/>
          </a:xfrm>
          <a:prstGeom prst="rect">
            <a:avLst/>
          </a:prstGeom>
          <a:noFill/>
        </p:spPr>
        <p:txBody>
          <a:bodyPr wrap="square" rtlCol="0">
            <a:spAutoFit/>
          </a:bodyPr>
          <a:lstStyle/>
          <a:p>
            <a:r>
              <a:rPr lang="en-US" sz="1000" dirty="0"/>
              <a:t>Silhouette and image credits: Shutterstock.</a:t>
            </a:r>
            <a:endParaRPr lang="en-KE" sz="1000" dirty="0"/>
          </a:p>
        </p:txBody>
      </p:sp>
    </p:spTree>
    <p:extLst>
      <p:ext uri="{BB962C8B-B14F-4D97-AF65-F5344CB8AC3E}">
        <p14:creationId xmlns:p14="http://schemas.microsoft.com/office/powerpoint/2010/main" val="643784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05865-51D8-4196-7F0A-9CFA39FBD6FC}"/>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C6EC1798-EC20-0D71-E5EA-8B937565F634}"/>
              </a:ext>
            </a:extLst>
          </p:cNvPr>
          <p:cNvSpPr>
            <a:spLocks noGrp="1"/>
          </p:cNvSpPr>
          <p:nvPr>
            <p:ph type="title"/>
          </p:nvPr>
        </p:nvSpPr>
        <p:spPr>
          <a:xfrm>
            <a:off x="2281845" y="228599"/>
            <a:ext cx="7213501" cy="415601"/>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58D6646C-38A5-AF49-C38D-17A05D57825F}"/>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E0EC8366-D245-4CA1-8294-895503A70B0F}"/>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graphicFrame>
        <p:nvGraphicFramePr>
          <p:cNvPr id="6" name="Chart 5">
            <a:extLst>
              <a:ext uri="{FF2B5EF4-FFF2-40B4-BE49-F238E27FC236}">
                <a16:creationId xmlns:a16="http://schemas.microsoft.com/office/drawing/2014/main" id="{4E11B0D1-35DA-9488-589B-6448D4CC4209}"/>
              </a:ext>
            </a:extLst>
          </p:cNvPr>
          <p:cNvGraphicFramePr/>
          <p:nvPr>
            <p:extLst>
              <p:ext uri="{D42A27DB-BD31-4B8C-83A1-F6EECF244321}">
                <p14:modId xmlns:p14="http://schemas.microsoft.com/office/powerpoint/2010/main" val="2917958124"/>
              </p:ext>
            </p:extLst>
          </p:nvPr>
        </p:nvGraphicFramePr>
        <p:xfrm>
          <a:off x="3992513" y="1013300"/>
          <a:ext cx="6302993" cy="3368661"/>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8D8B560-4879-49AF-D034-244C2E02D86F}"/>
              </a:ext>
            </a:extLst>
          </p:cNvPr>
          <p:cNvSpPr txBox="1"/>
          <p:nvPr/>
        </p:nvSpPr>
        <p:spPr>
          <a:xfrm>
            <a:off x="4032146" y="4677925"/>
            <a:ext cx="6640617" cy="728726"/>
          </a:xfrm>
          <a:prstGeom prst="rect">
            <a:avLst/>
          </a:prstGeom>
          <a:noFill/>
        </p:spPr>
        <p:txBody>
          <a:bodyPr wrap="square" lIns="0" tIns="0" rIns="0" bIns="0" rtlCol="0">
            <a:spAutoFit/>
          </a:bodyPr>
          <a:lstStyle/>
          <a:p>
            <a:pPr marL="285750" indent="-285750" algn="l">
              <a:lnSpc>
                <a:spcPct val="115000"/>
              </a:lnSpc>
              <a:spcBef>
                <a:spcPts val="400"/>
              </a:spcBef>
              <a:spcAft>
                <a:spcPts val="400"/>
              </a:spcAft>
              <a:buSzPct val="100000"/>
              <a:buFont typeface="Arial" panose="020B0604020202020204" pitchFamily="34" charset="0"/>
              <a:buChar char="•"/>
            </a:pPr>
            <a:r>
              <a:rPr lang="en-US" sz="1400" i="1" dirty="0">
                <a:latin typeface="Calibri" panose="020F0502020204030204" pitchFamily="34" charset="0"/>
                <a:ea typeface="Calibri" panose="020F0502020204030204" pitchFamily="34" charset="0"/>
                <a:cs typeface="Calibri" panose="020F0502020204030204" pitchFamily="34" charset="0"/>
              </a:rPr>
              <a:t>Out of </a:t>
            </a:r>
            <a:r>
              <a:rPr lang="en-US" sz="1400" b="1" i="1" dirty="0">
                <a:latin typeface="Calibri" panose="020F0502020204030204" pitchFamily="34" charset="0"/>
                <a:ea typeface="Calibri" panose="020F0502020204030204" pitchFamily="34" charset="0"/>
                <a:cs typeface="Calibri" panose="020F0502020204030204" pitchFamily="34" charset="0"/>
              </a:rPr>
              <a:t>1,019</a:t>
            </a:r>
            <a:r>
              <a:rPr lang="en-US" sz="1400" i="1" dirty="0">
                <a:latin typeface="Calibri" panose="020F0502020204030204" pitchFamily="34" charset="0"/>
                <a:ea typeface="Calibri" panose="020F0502020204030204" pitchFamily="34" charset="0"/>
                <a:cs typeface="Calibri" panose="020F0502020204030204" pitchFamily="34" charset="0"/>
              </a:rPr>
              <a:t> interviews, </a:t>
            </a:r>
            <a:r>
              <a:rPr lang="en-US" sz="1400" b="1" i="1" dirty="0">
                <a:latin typeface="Calibri" panose="020F0502020204030204" pitchFamily="34" charset="0"/>
                <a:ea typeface="Calibri" panose="020F0502020204030204" pitchFamily="34" charset="0"/>
                <a:cs typeface="Calibri" panose="020F0502020204030204" pitchFamily="34" charset="0"/>
              </a:rPr>
              <a:t>998</a:t>
            </a:r>
            <a:r>
              <a:rPr lang="en-US" sz="1400" i="1" dirty="0">
                <a:latin typeface="Calibri" panose="020F0502020204030204" pitchFamily="34" charset="0"/>
                <a:ea typeface="Calibri" panose="020F0502020204030204" pitchFamily="34" charset="0"/>
                <a:cs typeface="Calibri" panose="020F0502020204030204" pitchFamily="34" charset="0"/>
              </a:rPr>
              <a:t> had audio recordings. The missing recordings were spread across several interviewers, with the highest having </a:t>
            </a:r>
            <a:r>
              <a:rPr lang="en-US" sz="1400" b="1" i="1" dirty="0">
                <a:latin typeface="Calibri" panose="020F0502020204030204" pitchFamily="34" charset="0"/>
                <a:ea typeface="Calibri" panose="020F0502020204030204" pitchFamily="34" charset="0"/>
                <a:cs typeface="Calibri" panose="020F0502020204030204" pitchFamily="34" charset="0"/>
              </a:rPr>
              <a:t>11(eleven) </a:t>
            </a:r>
            <a:r>
              <a:rPr lang="en-US" sz="1400" i="1" dirty="0">
                <a:latin typeface="Calibri" panose="020F0502020204030204" pitchFamily="34" charset="0"/>
                <a:ea typeface="Calibri" panose="020F0502020204030204" pitchFamily="34" charset="0"/>
                <a:cs typeface="Calibri" panose="020F0502020204030204" pitchFamily="34" charset="0"/>
              </a:rPr>
              <a:t>missing and the lowest having </a:t>
            </a:r>
            <a:r>
              <a:rPr lang="en-US" sz="1400" b="1" i="1" dirty="0">
                <a:latin typeface="Calibri" panose="020F0502020204030204" pitchFamily="34" charset="0"/>
                <a:ea typeface="Calibri" panose="020F0502020204030204" pitchFamily="34" charset="0"/>
                <a:cs typeface="Calibri" panose="020F0502020204030204" pitchFamily="34" charset="0"/>
              </a:rPr>
              <a:t>1(one).</a:t>
            </a:r>
          </a:p>
        </p:txBody>
      </p:sp>
      <p:graphicFrame>
        <p:nvGraphicFramePr>
          <p:cNvPr id="13" name="Table 12">
            <a:extLst>
              <a:ext uri="{FF2B5EF4-FFF2-40B4-BE49-F238E27FC236}">
                <a16:creationId xmlns:a16="http://schemas.microsoft.com/office/drawing/2014/main" id="{6A22E4D8-CAAD-FF92-7488-1DB945205299}"/>
              </a:ext>
            </a:extLst>
          </p:cNvPr>
          <p:cNvGraphicFramePr>
            <a:graphicFrameLocks noGrp="1"/>
          </p:cNvGraphicFramePr>
          <p:nvPr>
            <p:extLst>
              <p:ext uri="{D42A27DB-BD31-4B8C-83A1-F6EECF244321}">
                <p14:modId xmlns:p14="http://schemas.microsoft.com/office/powerpoint/2010/main" val="4278108522"/>
              </p:ext>
            </p:extLst>
          </p:nvPr>
        </p:nvGraphicFramePr>
        <p:xfrm>
          <a:off x="160182" y="989250"/>
          <a:ext cx="2718110" cy="4917788"/>
        </p:xfrm>
        <a:graphic>
          <a:graphicData uri="http://schemas.openxmlformats.org/drawingml/2006/table">
            <a:tbl>
              <a:tblPr firstRow="1" bandRow="1">
                <a:tableStyleId>{5C22544A-7EE6-4342-B048-85BDC9FD1C3A}</a:tableStyleId>
              </a:tblPr>
              <a:tblGrid>
                <a:gridCol w="2718110">
                  <a:extLst>
                    <a:ext uri="{9D8B030D-6E8A-4147-A177-3AD203B41FA5}">
                      <a16:colId xmlns:a16="http://schemas.microsoft.com/office/drawing/2014/main" val="3841247474"/>
                    </a:ext>
                  </a:extLst>
                </a:gridCol>
              </a:tblGrid>
              <a:tr h="559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1" dirty="0">
                          <a:solidFill>
                            <a:schemeClr val="bg1"/>
                          </a:solidFill>
                          <a:latin typeface="Arial" panose="020B0604020202020204" pitchFamily="34" charset="0"/>
                          <a:cs typeface="Arial" panose="020B0604020202020204" pitchFamily="34" charset="0"/>
                        </a:rPr>
                        <a:t>Audio Listen-in</a:t>
                      </a:r>
                    </a:p>
                  </a:txBody>
                  <a:tcPr/>
                </a:tc>
                <a:extLst>
                  <a:ext uri="{0D108BD9-81ED-4DB2-BD59-A6C34878D82A}">
                    <a16:rowId xmlns:a16="http://schemas.microsoft.com/office/drawing/2014/main" val="2976045654"/>
                  </a:ext>
                </a:extLst>
              </a:tr>
              <a:tr h="4303847">
                <a:tc>
                  <a:txBody>
                    <a:bodyPr/>
                    <a:lstStyle/>
                    <a:p>
                      <a:pPr marL="285750" indent="-285750">
                        <a:lnSpc>
                          <a:spcPct val="150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Interviews were listened into to verify the data, ascertain proper tool administering, and verify the audibility of both the interviewer and the interviewee.</a:t>
                      </a:r>
                    </a:p>
                    <a:p>
                      <a:pPr marL="285750" indent="-285750">
                        <a:lnSpc>
                          <a:spcPct val="150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Interviews flagged during the listen-in by the QC were subjected to further Quality Control checks; telephonic back-checking to affirm their validity.</a:t>
                      </a:r>
                      <a:endParaRPr lang="en-US" sz="1400" dirty="0"/>
                    </a:p>
                    <a:p>
                      <a:endParaRPr lang="en-US" dirty="0"/>
                    </a:p>
                  </a:txBody>
                  <a:tcPr/>
                </a:tc>
                <a:extLst>
                  <a:ext uri="{0D108BD9-81ED-4DB2-BD59-A6C34878D82A}">
                    <a16:rowId xmlns:a16="http://schemas.microsoft.com/office/drawing/2014/main" val="2397377548"/>
                  </a:ext>
                </a:extLst>
              </a:tr>
            </a:tbl>
          </a:graphicData>
        </a:graphic>
      </p:graphicFrame>
    </p:spTree>
    <p:extLst>
      <p:ext uri="{BB962C8B-B14F-4D97-AF65-F5344CB8AC3E}">
        <p14:creationId xmlns:p14="http://schemas.microsoft.com/office/powerpoint/2010/main" val="2314160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BE4C4-E7C7-0082-EAE5-31F18192F257}"/>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05B3C882-40DD-8DFD-307B-E88DADE95CCE}"/>
              </a:ext>
            </a:extLst>
          </p:cNvPr>
          <p:cNvSpPr>
            <a:spLocks noGrp="1"/>
          </p:cNvSpPr>
          <p:nvPr>
            <p:ph type="title"/>
          </p:nvPr>
        </p:nvSpPr>
        <p:spPr>
          <a:xfrm>
            <a:off x="2281845" y="228599"/>
            <a:ext cx="7213501" cy="415601"/>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EFF1799E-2C5E-184F-FCA3-DFD3C5B80276}"/>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2554D70F-7613-0BA8-8F4B-C4512B02C93E}"/>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2" name="TextBox 1">
            <a:extLst>
              <a:ext uri="{FF2B5EF4-FFF2-40B4-BE49-F238E27FC236}">
                <a16:creationId xmlns:a16="http://schemas.microsoft.com/office/drawing/2014/main" id="{B2C7B1C5-9ED9-EC09-963D-B0C547AC841D}"/>
              </a:ext>
            </a:extLst>
          </p:cNvPr>
          <p:cNvSpPr txBox="1"/>
          <p:nvPr/>
        </p:nvSpPr>
        <p:spPr>
          <a:xfrm>
            <a:off x="257175" y="1302811"/>
            <a:ext cx="2185988" cy="266483"/>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1600" b="1" i="1" dirty="0">
                <a:solidFill>
                  <a:srgbClr val="00B0F0"/>
                </a:solidFill>
                <a:latin typeface="Calibri" panose="020F0502020204030204" pitchFamily="34" charset="0"/>
                <a:ea typeface="Calibri" panose="020F0502020204030204" pitchFamily="34" charset="0"/>
                <a:cs typeface="Calibri" panose="020F0502020204030204" pitchFamily="34" charset="0"/>
              </a:rPr>
              <a:t>Listen-in Approval criteria</a:t>
            </a:r>
          </a:p>
        </p:txBody>
      </p:sp>
      <p:sp>
        <p:nvSpPr>
          <p:cNvPr id="5" name="TextBox 4">
            <a:extLst>
              <a:ext uri="{FF2B5EF4-FFF2-40B4-BE49-F238E27FC236}">
                <a16:creationId xmlns:a16="http://schemas.microsoft.com/office/drawing/2014/main" id="{CABD963B-E9AF-AC00-096B-9325E8FAB595}"/>
              </a:ext>
            </a:extLst>
          </p:cNvPr>
          <p:cNvSpPr txBox="1"/>
          <p:nvPr/>
        </p:nvSpPr>
        <p:spPr>
          <a:xfrm>
            <a:off x="257174" y="1645028"/>
            <a:ext cx="11670666" cy="1169551"/>
          </a:xfrm>
          <a:prstGeom prst="rect">
            <a:avLst/>
          </a:prstGeom>
          <a:noFill/>
        </p:spPr>
        <p:txBody>
          <a:bodyPr wrap="square">
            <a:spAutoFit/>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The approval of interviews was contingent upon audio listen-in, with the following key criteria considered:</a:t>
            </a:r>
          </a:p>
          <a:p>
            <a:pPr marL="285750" indent="-285750">
              <a:buFont typeface="Wingdings" panose="05000000000000000000" pitchFamily="2" charset="2"/>
              <a:buChar char="ü"/>
            </a:pPr>
            <a:r>
              <a:rPr lang="en-US" sz="1400" b="1" dirty="0">
                <a:latin typeface="Calibri" panose="020F0502020204030204" pitchFamily="34" charset="0"/>
                <a:ea typeface="Calibri" panose="020F0502020204030204" pitchFamily="34" charset="0"/>
                <a:cs typeface="Calibri" panose="020F0502020204030204" pitchFamily="34" charset="0"/>
              </a:rPr>
              <a:t>Audibility</a:t>
            </a:r>
            <a:r>
              <a:rPr lang="en-US" sz="1400" dirty="0">
                <a:latin typeface="Calibri" panose="020F0502020204030204" pitchFamily="34" charset="0"/>
                <a:ea typeface="Calibri" panose="020F0502020204030204" pitchFamily="34" charset="0"/>
                <a:cs typeface="Calibri" panose="020F0502020204030204" pitchFamily="34" charset="0"/>
              </a:rPr>
              <a:t> – Both the interviewer and respondent had to be clearly audible, with active dialogue present.</a:t>
            </a:r>
          </a:p>
          <a:p>
            <a:pPr marL="285750" indent="-285750">
              <a:buFont typeface="Wingdings" panose="05000000000000000000" pitchFamily="2" charset="2"/>
              <a:buChar char="ü"/>
            </a:pPr>
            <a:r>
              <a:rPr lang="en-US" sz="1400" b="1" dirty="0">
                <a:latin typeface="Calibri" panose="020F0502020204030204" pitchFamily="34" charset="0"/>
                <a:ea typeface="Calibri" panose="020F0502020204030204" pitchFamily="34" charset="0"/>
                <a:cs typeface="Calibri" panose="020F0502020204030204" pitchFamily="34" charset="0"/>
              </a:rPr>
              <a:t>Background Noise</a:t>
            </a:r>
            <a:r>
              <a:rPr lang="en-US" sz="1400" dirty="0">
                <a:latin typeface="Calibri" panose="020F0502020204030204" pitchFamily="34" charset="0"/>
                <a:ea typeface="Calibri" panose="020F0502020204030204" pitchFamily="34" charset="0"/>
                <a:cs typeface="Calibri" panose="020F0502020204030204" pitchFamily="34" charset="0"/>
              </a:rPr>
              <a:t> – As this was a household study, a somewhat quiet background was expected.</a:t>
            </a:r>
          </a:p>
          <a:p>
            <a:pPr marL="285750" indent="-285750">
              <a:buFont typeface="Wingdings" panose="05000000000000000000" pitchFamily="2" charset="2"/>
              <a:buChar char="ü"/>
            </a:pPr>
            <a:r>
              <a:rPr lang="en-US" sz="1400" b="1" dirty="0">
                <a:latin typeface="Calibri" panose="020F0502020204030204" pitchFamily="34" charset="0"/>
                <a:ea typeface="Calibri" panose="020F0502020204030204" pitchFamily="34" charset="0"/>
                <a:cs typeface="Calibri" panose="020F0502020204030204" pitchFamily="34" charset="0"/>
              </a:rPr>
              <a:t>Correct administration of the tool </a:t>
            </a:r>
            <a:r>
              <a:rPr lang="en-US" sz="1400" dirty="0">
                <a:latin typeface="Calibri" panose="020F0502020204030204" pitchFamily="34" charset="0"/>
                <a:ea typeface="Calibri" panose="020F0502020204030204" pitchFamily="34" charset="0"/>
                <a:cs typeface="Calibri" panose="020F0502020204030204" pitchFamily="34" charset="0"/>
              </a:rPr>
              <a:t>– Interviewers were required to administer the tool accurately, ask all questions as worded, and probe appropriately.</a:t>
            </a:r>
          </a:p>
          <a:p>
            <a:pPr marL="285750" indent="-285750">
              <a:buFont typeface="Wingdings" panose="05000000000000000000" pitchFamily="2" charset="2"/>
              <a:buChar char="ü"/>
            </a:pPr>
            <a:r>
              <a:rPr lang="en-US" sz="1400" b="1" dirty="0">
                <a:latin typeface="Calibri" panose="020F0502020204030204" pitchFamily="34" charset="0"/>
                <a:ea typeface="Calibri" panose="020F0502020204030204" pitchFamily="34" charset="0"/>
                <a:cs typeface="Calibri" panose="020F0502020204030204" pitchFamily="34" charset="0"/>
              </a:rPr>
              <a:t>Audio Recording</a:t>
            </a:r>
            <a:r>
              <a:rPr lang="en-US" sz="1400" dirty="0">
                <a:latin typeface="Calibri" panose="020F0502020204030204" pitchFamily="34" charset="0"/>
                <a:ea typeface="Calibri" panose="020F0502020204030204" pitchFamily="34" charset="0"/>
                <a:cs typeface="Calibri" panose="020F0502020204030204" pitchFamily="34" charset="0"/>
              </a:rPr>
              <a:t> – All interviews lacking audio recordings were subjected to further Quality Control (QC) checks-if field and telephonic checks.</a:t>
            </a:r>
          </a:p>
        </p:txBody>
      </p:sp>
      <p:sp>
        <p:nvSpPr>
          <p:cNvPr id="8" name="TextBox 7">
            <a:extLst>
              <a:ext uri="{FF2B5EF4-FFF2-40B4-BE49-F238E27FC236}">
                <a16:creationId xmlns:a16="http://schemas.microsoft.com/office/drawing/2014/main" id="{E0EA25D9-14AE-7052-8CB1-DD2470C0327C}"/>
              </a:ext>
            </a:extLst>
          </p:cNvPr>
          <p:cNvSpPr txBox="1"/>
          <p:nvPr/>
        </p:nvSpPr>
        <p:spPr>
          <a:xfrm>
            <a:off x="257174" y="3429000"/>
            <a:ext cx="2185988" cy="266483"/>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1600" b="1" i="1" dirty="0">
                <a:solidFill>
                  <a:srgbClr val="00B0F0"/>
                </a:solidFill>
                <a:latin typeface="Calibri" panose="020F0502020204030204" pitchFamily="34" charset="0"/>
                <a:ea typeface="Calibri" panose="020F0502020204030204" pitchFamily="34" charset="0"/>
                <a:cs typeface="Calibri" panose="020F0502020204030204" pitchFamily="34" charset="0"/>
              </a:rPr>
              <a:t>Listen-in findings</a:t>
            </a:r>
          </a:p>
        </p:txBody>
      </p:sp>
      <p:sp>
        <p:nvSpPr>
          <p:cNvPr id="9" name="TextBox 8">
            <a:extLst>
              <a:ext uri="{FF2B5EF4-FFF2-40B4-BE49-F238E27FC236}">
                <a16:creationId xmlns:a16="http://schemas.microsoft.com/office/drawing/2014/main" id="{8FCFBE7A-5966-E3D8-0E97-6B0064840EE2}"/>
              </a:ext>
            </a:extLst>
          </p:cNvPr>
          <p:cNvSpPr txBox="1"/>
          <p:nvPr/>
        </p:nvSpPr>
        <p:spPr>
          <a:xfrm>
            <a:off x="257174" y="3827977"/>
            <a:ext cx="10658475" cy="1169551"/>
          </a:xfrm>
          <a:prstGeom prst="rect">
            <a:avLst/>
          </a:prstGeom>
          <a:noFill/>
        </p:spPr>
        <p:txBody>
          <a:bodyPr wrap="square">
            <a:spAutoFit/>
          </a:bodyPr>
          <a:lstStyle/>
          <a:p>
            <a:pPr marL="285750" indent="-285750">
              <a:buFont typeface="Wingdings" panose="05000000000000000000" pitchFamily="2" charset="2"/>
              <a:buChar char="ü"/>
            </a:pPr>
            <a:r>
              <a:rPr lang="en-US" sz="1400" dirty="0">
                <a:latin typeface="Calibri" panose="020F0502020204030204" pitchFamily="34" charset="0"/>
                <a:ea typeface="Calibri" panose="020F0502020204030204" pitchFamily="34" charset="0"/>
                <a:cs typeface="Calibri" panose="020F0502020204030204" pitchFamily="34" charset="0"/>
              </a:rPr>
              <a:t>Most interviewers administered the tool correctly based on the key criteria.</a:t>
            </a:r>
          </a:p>
          <a:p>
            <a:pPr marL="285750" indent="-285750">
              <a:buFont typeface="Wingdings" panose="05000000000000000000" pitchFamily="2" charset="2"/>
              <a:buChar char="ü"/>
            </a:pPr>
            <a:r>
              <a:rPr lang="en-US" sz="1400" dirty="0">
                <a:latin typeface="Calibri" panose="020F0502020204030204" pitchFamily="34" charset="0"/>
                <a:ea typeface="Calibri" panose="020F0502020204030204" pitchFamily="34" charset="0"/>
                <a:cs typeface="Calibri" panose="020F0502020204030204" pitchFamily="34" charset="0"/>
              </a:rPr>
              <a:t>Several interviews were missing audio recordings.</a:t>
            </a:r>
          </a:p>
          <a:p>
            <a:pPr marL="285750" indent="-285750">
              <a:buFont typeface="Wingdings" panose="05000000000000000000" pitchFamily="2" charset="2"/>
              <a:buChar char="ü"/>
            </a:pPr>
            <a:r>
              <a:rPr lang="en-US" sz="1400" dirty="0">
                <a:latin typeface="Calibri" panose="020F0502020204030204" pitchFamily="34" charset="0"/>
                <a:ea typeface="Calibri" panose="020F0502020204030204" pitchFamily="34" charset="0"/>
                <a:cs typeface="Calibri" panose="020F0502020204030204" pitchFamily="34" charset="0"/>
              </a:rPr>
              <a:t>In some recordings, respondents indicated they did not have a television, make payments, or decide on TV/video content viewed.</a:t>
            </a:r>
          </a:p>
          <a:p>
            <a:pPr marL="285750" indent="-285750">
              <a:buFont typeface="Wingdings" panose="05000000000000000000" pitchFamily="2" charset="2"/>
              <a:buChar char="ü"/>
            </a:pPr>
            <a:r>
              <a:rPr lang="en-US" sz="1400" dirty="0">
                <a:latin typeface="Calibri" panose="020F0502020204030204" pitchFamily="34" charset="0"/>
                <a:ea typeface="Calibri" panose="020F0502020204030204" pitchFamily="34" charset="0"/>
                <a:cs typeface="Calibri" panose="020F0502020204030204" pitchFamily="34" charset="0"/>
              </a:rPr>
              <a:t>There were cases where respondents were unsure of their household’s monthly income.</a:t>
            </a:r>
          </a:p>
          <a:p>
            <a:pPr marL="285750" indent="-285750">
              <a:buFont typeface="Wingdings" panose="05000000000000000000" pitchFamily="2" charset="2"/>
              <a:buChar char="ü"/>
            </a:pPr>
            <a:r>
              <a:rPr lang="en-US" sz="1400" dirty="0">
                <a:latin typeface="Calibri" panose="020F0502020204030204" pitchFamily="34" charset="0"/>
                <a:ea typeface="Calibri" panose="020F0502020204030204" pitchFamily="34" charset="0"/>
                <a:cs typeface="Calibri" panose="020F0502020204030204" pitchFamily="34" charset="0"/>
              </a:rPr>
              <a:t>Some interviewers had challenges retrieving responses in multi-mention questions.</a:t>
            </a:r>
          </a:p>
        </p:txBody>
      </p:sp>
    </p:spTree>
    <p:extLst>
      <p:ext uri="{BB962C8B-B14F-4D97-AF65-F5344CB8AC3E}">
        <p14:creationId xmlns:p14="http://schemas.microsoft.com/office/powerpoint/2010/main" val="3639826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B4AC2-23EC-36D8-81F9-FC1348EF5BBC}"/>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62BC50B1-430C-9CB5-B08C-60A8C70CE21E}"/>
              </a:ext>
            </a:extLst>
          </p:cNvPr>
          <p:cNvSpPr>
            <a:spLocks noGrp="1"/>
          </p:cNvSpPr>
          <p:nvPr>
            <p:ph type="title"/>
          </p:nvPr>
        </p:nvSpPr>
        <p:spPr>
          <a:xfrm>
            <a:off x="2281845" y="228599"/>
            <a:ext cx="7213501" cy="415601"/>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C5994A10-FE64-D38B-9A03-EDBE2CC59786}"/>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8E71C1AA-A7B1-B307-D25D-427B164BAE68}"/>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graphicFrame>
        <p:nvGraphicFramePr>
          <p:cNvPr id="2" name="Table 1">
            <a:extLst>
              <a:ext uri="{FF2B5EF4-FFF2-40B4-BE49-F238E27FC236}">
                <a16:creationId xmlns:a16="http://schemas.microsoft.com/office/drawing/2014/main" id="{603970E2-4626-824B-2DE2-362251CCAB01}"/>
              </a:ext>
            </a:extLst>
          </p:cNvPr>
          <p:cNvGraphicFramePr>
            <a:graphicFrameLocks noGrp="1"/>
          </p:cNvGraphicFramePr>
          <p:nvPr>
            <p:extLst>
              <p:ext uri="{D42A27DB-BD31-4B8C-83A1-F6EECF244321}">
                <p14:modId xmlns:p14="http://schemas.microsoft.com/office/powerpoint/2010/main" val="3843648636"/>
              </p:ext>
            </p:extLst>
          </p:nvPr>
        </p:nvGraphicFramePr>
        <p:xfrm>
          <a:off x="106156" y="1302811"/>
          <a:ext cx="2377120" cy="2497664"/>
        </p:xfrm>
        <a:graphic>
          <a:graphicData uri="http://schemas.openxmlformats.org/drawingml/2006/table">
            <a:tbl>
              <a:tblPr firstRow="1" bandRow="1">
                <a:tableStyleId>{5C22544A-7EE6-4342-B048-85BDC9FD1C3A}</a:tableStyleId>
              </a:tblPr>
              <a:tblGrid>
                <a:gridCol w="2377120">
                  <a:extLst>
                    <a:ext uri="{9D8B030D-6E8A-4147-A177-3AD203B41FA5}">
                      <a16:colId xmlns:a16="http://schemas.microsoft.com/office/drawing/2014/main" val="27464810"/>
                    </a:ext>
                  </a:extLst>
                </a:gridCol>
              </a:tblGrid>
              <a:tr h="470136">
                <a:tc>
                  <a:txBody>
                    <a:bodyPr/>
                    <a:lstStyle/>
                    <a:p>
                      <a:pPr algn="ctr"/>
                      <a:r>
                        <a:rPr lang="en-US" i="1" dirty="0"/>
                        <a:t>Back-Checking</a:t>
                      </a:r>
                    </a:p>
                  </a:txBody>
                  <a:tcPr/>
                </a:tc>
                <a:extLst>
                  <a:ext uri="{0D108BD9-81ED-4DB2-BD59-A6C34878D82A}">
                    <a16:rowId xmlns:a16="http://schemas.microsoft.com/office/drawing/2014/main" val="3535561232"/>
                  </a:ext>
                </a:extLst>
              </a:tr>
              <a:tr h="2027528">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latin typeface="Arial" panose="020B0604020202020204" pitchFamily="34" charset="0"/>
                          <a:ea typeface="+mn-ea"/>
                          <a:cs typeface="Arial" panose="020B0604020202020204" pitchFamily="34" charset="0"/>
                        </a:rPr>
                        <a:t>Both in-field and telephonic back-checks were carried out. This was done to verify the accuracy and validity of the interviews conducted</a:t>
                      </a:r>
                      <a:r>
                        <a:rPr lang="en-US" sz="14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76306857"/>
                  </a:ext>
                </a:extLst>
              </a:tr>
            </a:tbl>
          </a:graphicData>
        </a:graphic>
      </p:graphicFrame>
      <p:graphicFrame>
        <p:nvGraphicFramePr>
          <p:cNvPr id="8" name="Chart 7">
            <a:extLst>
              <a:ext uri="{FF2B5EF4-FFF2-40B4-BE49-F238E27FC236}">
                <a16:creationId xmlns:a16="http://schemas.microsoft.com/office/drawing/2014/main" id="{CAEFC8C6-2673-D803-A6C4-C1ED147800F5}"/>
              </a:ext>
            </a:extLst>
          </p:cNvPr>
          <p:cNvGraphicFramePr/>
          <p:nvPr>
            <p:extLst>
              <p:ext uri="{D42A27DB-BD31-4B8C-83A1-F6EECF244321}">
                <p14:modId xmlns:p14="http://schemas.microsoft.com/office/powerpoint/2010/main" val="3149781036"/>
              </p:ext>
            </p:extLst>
          </p:nvPr>
        </p:nvGraphicFramePr>
        <p:xfrm>
          <a:off x="2786302" y="1352510"/>
          <a:ext cx="8389698" cy="38087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5127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4DFA5-8195-57F4-326F-6FF7A46E01BB}"/>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9E3672D8-6026-9DBE-4FD7-1F836C80E5C6}"/>
              </a:ext>
            </a:extLst>
          </p:cNvPr>
          <p:cNvSpPr>
            <a:spLocks noGrp="1"/>
          </p:cNvSpPr>
          <p:nvPr>
            <p:ph type="title"/>
          </p:nvPr>
        </p:nvSpPr>
        <p:spPr>
          <a:xfrm>
            <a:off x="2879297" y="366789"/>
            <a:ext cx="6221597" cy="531026"/>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92C4058A-2FD9-EA9A-7BC7-9A135CC81711}"/>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AFE49FAF-FF73-25A7-694D-9EFE94189875}"/>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19B55F6F-8EAC-34F2-AE1F-C6E09892B868}"/>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sp>
        <p:nvSpPr>
          <p:cNvPr id="3" name="TextBox 2">
            <a:extLst>
              <a:ext uri="{FF2B5EF4-FFF2-40B4-BE49-F238E27FC236}">
                <a16:creationId xmlns:a16="http://schemas.microsoft.com/office/drawing/2014/main" id="{445800C7-8A84-ADC7-5054-9E427BBD84E7}"/>
              </a:ext>
            </a:extLst>
          </p:cNvPr>
          <p:cNvSpPr txBox="1"/>
          <p:nvPr/>
        </p:nvSpPr>
        <p:spPr>
          <a:xfrm>
            <a:off x="396495" y="1126984"/>
            <a:ext cx="1737360" cy="259045"/>
          </a:xfrm>
          <a:prstGeom prst="rect">
            <a:avLst/>
          </a:prstGeom>
          <a:solidFill>
            <a:schemeClr val="bg1"/>
          </a:solidFill>
        </p:spPr>
        <p:txBody>
          <a:bodyPr wrap="square" lIns="0" tIns="0" rIns="0" bIns="0" rtlCol="0">
            <a:spAutoFit/>
          </a:bodyPr>
          <a:lstStyle/>
          <a:p>
            <a:pPr>
              <a:lnSpc>
                <a:spcPct val="115000"/>
              </a:lnSpc>
              <a:spcBef>
                <a:spcPts val="400"/>
              </a:spcBef>
              <a:spcAft>
                <a:spcPts val="400"/>
              </a:spcAft>
              <a:buSzPct val="100000"/>
            </a:pPr>
            <a:r>
              <a:rPr lang="en-US" sz="1600" b="1" dirty="0">
                <a:solidFill>
                  <a:srgbClr val="00B0F0"/>
                </a:solidFill>
                <a:latin typeface="Arial" panose="020B0604020202020204" pitchFamily="34" charset="0"/>
                <a:cs typeface="Arial" panose="020B0604020202020204" pitchFamily="34" charset="0"/>
              </a:rPr>
              <a:t>GPS Tracking</a:t>
            </a:r>
          </a:p>
        </p:txBody>
      </p:sp>
      <p:sp>
        <p:nvSpPr>
          <p:cNvPr id="5" name="TextBox 4">
            <a:extLst>
              <a:ext uri="{FF2B5EF4-FFF2-40B4-BE49-F238E27FC236}">
                <a16:creationId xmlns:a16="http://schemas.microsoft.com/office/drawing/2014/main" id="{B1A2CFBE-74ED-8F98-9E67-A453E51E50F7}"/>
              </a:ext>
            </a:extLst>
          </p:cNvPr>
          <p:cNvSpPr txBox="1"/>
          <p:nvPr/>
        </p:nvSpPr>
        <p:spPr>
          <a:xfrm>
            <a:off x="396495" y="1469056"/>
            <a:ext cx="9597859" cy="796821"/>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 Accuracy of the data was ensured by validating the interview location.</a:t>
            </a:r>
          </a:p>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Any instances of duplicate GPS coordinates flagged concerns about the authenticity of those interviews.</a:t>
            </a:r>
          </a:p>
          <a:p>
            <a:pPr marL="285750" indent="-285750" algn="just">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Interviews with missing and duplicate GPS were all subjected to cancellation.</a:t>
            </a:r>
          </a:p>
        </p:txBody>
      </p:sp>
      <p:pic>
        <p:nvPicPr>
          <p:cNvPr id="10" name="Picture 9">
            <a:extLst>
              <a:ext uri="{FF2B5EF4-FFF2-40B4-BE49-F238E27FC236}">
                <a16:creationId xmlns:a16="http://schemas.microsoft.com/office/drawing/2014/main" id="{D1B2DE9F-4306-1E14-5FE4-0485F6E056A6}"/>
              </a:ext>
            </a:extLst>
          </p:cNvPr>
          <p:cNvPicPr>
            <a:picLocks noChangeAspect="1"/>
          </p:cNvPicPr>
          <p:nvPr/>
        </p:nvPicPr>
        <p:blipFill>
          <a:blip r:embed="rId2"/>
          <a:stretch>
            <a:fillRect/>
          </a:stretch>
        </p:blipFill>
        <p:spPr>
          <a:xfrm>
            <a:off x="396495" y="3048279"/>
            <a:ext cx="9731359" cy="1271491"/>
          </a:xfrm>
          <a:prstGeom prst="rect">
            <a:avLst/>
          </a:prstGeom>
        </p:spPr>
      </p:pic>
      <p:sp>
        <p:nvSpPr>
          <p:cNvPr id="11" name="TextBox 10">
            <a:extLst>
              <a:ext uri="{FF2B5EF4-FFF2-40B4-BE49-F238E27FC236}">
                <a16:creationId xmlns:a16="http://schemas.microsoft.com/office/drawing/2014/main" id="{B9645DE8-1FC2-8013-B115-B6A0563FDFD7}"/>
              </a:ext>
            </a:extLst>
          </p:cNvPr>
          <p:cNvSpPr txBox="1"/>
          <p:nvPr/>
        </p:nvSpPr>
        <p:spPr>
          <a:xfrm>
            <a:off x="396495" y="4894601"/>
            <a:ext cx="11004995" cy="975011"/>
          </a:xfrm>
          <a:prstGeom prst="rect">
            <a:avLst/>
          </a:prstGeom>
          <a:noFill/>
        </p:spPr>
        <p:txBody>
          <a:bodyPr wrap="square" lIns="0" tIns="0" rIns="0" bIns="0" rtlCol="0">
            <a:spAutoFit/>
          </a:bodyPr>
          <a:lstStyle/>
          <a:p>
            <a:pPr marL="171450" indent="-171450">
              <a:lnSpc>
                <a:spcPct val="115000"/>
              </a:lnSpc>
              <a:spcBef>
                <a:spcPts val="400"/>
              </a:spcBef>
              <a:spcAft>
                <a:spcPts val="400"/>
              </a:spcAft>
              <a:buSzPct val="100000"/>
              <a:buFont typeface="Arial" panose="020B0604020202020204" pitchFamily="34" charset="0"/>
              <a:buChar char="•"/>
            </a:pPr>
            <a:r>
              <a:rPr lang="en-US" sz="1200" i="1" dirty="0">
                <a:latin typeface="Calibri" panose="020F0502020204030204" pitchFamily="34" charset="0"/>
                <a:ea typeface="Calibri" panose="020F0502020204030204" pitchFamily="34" charset="0"/>
                <a:cs typeface="Calibri" panose="020F0502020204030204" pitchFamily="34" charset="0"/>
              </a:rPr>
              <a:t>Several interviews were </a:t>
            </a:r>
            <a:r>
              <a:rPr lang="en-US" sz="1400" i="1" dirty="0">
                <a:latin typeface="Calibri" panose="020F0502020204030204" pitchFamily="34" charset="0"/>
                <a:ea typeface="Calibri" panose="020F0502020204030204" pitchFamily="34" charset="0"/>
                <a:cs typeface="Calibri" panose="020F0502020204030204" pitchFamily="34" charset="0"/>
              </a:rPr>
              <a:t>flagged</a:t>
            </a:r>
            <a:r>
              <a:rPr lang="en-US" sz="1200" i="1" dirty="0">
                <a:latin typeface="Calibri" panose="020F0502020204030204" pitchFamily="34" charset="0"/>
                <a:ea typeface="Calibri" panose="020F0502020204030204" pitchFamily="34" charset="0"/>
                <a:cs typeface="Calibri" panose="020F0502020204030204" pitchFamily="34" charset="0"/>
              </a:rPr>
              <a:t> for missing and duplicated GPS coordinates, an indication that interviewers were submitting interviews in bulk instead of synchronizing and submitting immediately after completing each interview.</a:t>
            </a:r>
          </a:p>
          <a:p>
            <a:pPr marL="171450" indent="-171450">
              <a:lnSpc>
                <a:spcPct val="115000"/>
              </a:lnSpc>
              <a:spcBef>
                <a:spcPts val="400"/>
              </a:spcBef>
              <a:spcAft>
                <a:spcPts val="400"/>
              </a:spcAft>
              <a:buSzPct val="100000"/>
              <a:buFont typeface="Arial" panose="020B0604020202020204" pitchFamily="34" charset="0"/>
              <a:buChar char="•"/>
            </a:pPr>
            <a:r>
              <a:rPr lang="en-US" sz="1200" i="1" dirty="0">
                <a:latin typeface="Calibri" panose="020F0502020204030204" pitchFamily="34" charset="0"/>
                <a:ea typeface="Calibri" panose="020F0502020204030204" pitchFamily="34" charset="0"/>
                <a:cs typeface="Calibri" panose="020F0502020204030204" pitchFamily="34" charset="0"/>
              </a:rPr>
              <a:t>There is a need to have phones fully charged and teams facilitated with airtime early enough so that lack of airtime and depleted battery are not cited for bulk uploads of interviews.</a:t>
            </a:r>
          </a:p>
        </p:txBody>
      </p:sp>
      <p:sp>
        <p:nvSpPr>
          <p:cNvPr id="15" name="TextBox 14">
            <a:extLst>
              <a:ext uri="{FF2B5EF4-FFF2-40B4-BE49-F238E27FC236}">
                <a16:creationId xmlns:a16="http://schemas.microsoft.com/office/drawing/2014/main" id="{059D6013-C74B-C4CE-DD2F-32B3FB3A1524}"/>
              </a:ext>
            </a:extLst>
          </p:cNvPr>
          <p:cNvSpPr txBox="1"/>
          <p:nvPr/>
        </p:nvSpPr>
        <p:spPr>
          <a:xfrm>
            <a:off x="396495" y="2592202"/>
            <a:ext cx="4843463" cy="190052"/>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1200" b="1" i="1" dirty="0"/>
              <a:t>Below shows a sample snippet for flagged instances;</a:t>
            </a:r>
          </a:p>
        </p:txBody>
      </p:sp>
    </p:spTree>
    <p:extLst>
      <p:ext uri="{BB962C8B-B14F-4D97-AF65-F5344CB8AC3E}">
        <p14:creationId xmlns:p14="http://schemas.microsoft.com/office/powerpoint/2010/main" val="2500486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B5F9-713C-A42D-FEC3-6A65E84707FD}"/>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6078F0E0-773D-1536-1009-986A25E430E9}"/>
              </a:ext>
            </a:extLst>
          </p:cNvPr>
          <p:cNvSpPr>
            <a:spLocks noGrp="1"/>
          </p:cNvSpPr>
          <p:nvPr>
            <p:ph type="title"/>
          </p:nvPr>
        </p:nvSpPr>
        <p:spPr>
          <a:xfrm>
            <a:off x="2597203" y="381908"/>
            <a:ext cx="6221597" cy="531026"/>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F18E2242-4542-EF68-38D0-1F810C9310BF}"/>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7A1A18F0-D0F5-51CD-6C9E-25B01398D33E}"/>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DE080B16-D2FD-B873-FCC9-37DC6EE9816F}"/>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sp>
        <p:nvSpPr>
          <p:cNvPr id="11" name="TextBox 10">
            <a:extLst>
              <a:ext uri="{FF2B5EF4-FFF2-40B4-BE49-F238E27FC236}">
                <a16:creationId xmlns:a16="http://schemas.microsoft.com/office/drawing/2014/main" id="{98DDA38D-0955-5F10-7FD5-574A05FE66FE}"/>
              </a:ext>
            </a:extLst>
          </p:cNvPr>
          <p:cNvSpPr txBox="1"/>
          <p:nvPr/>
        </p:nvSpPr>
        <p:spPr>
          <a:xfrm>
            <a:off x="232983" y="1189478"/>
            <a:ext cx="5395592" cy="226665"/>
          </a:xfrm>
          <a:prstGeom prst="rect">
            <a:avLst/>
          </a:prstGeom>
          <a:solidFill>
            <a:schemeClr val="bg1"/>
          </a:solidFill>
        </p:spPr>
        <p:txBody>
          <a:bodyPr wrap="square" lIns="0" tIns="0" rIns="0" bIns="0" rtlCol="0">
            <a:spAutoFit/>
          </a:bodyPr>
          <a:lstStyle/>
          <a:p>
            <a:pPr algn="ct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Interview Duration/LOI &lt; 50 % &amp; &gt; 50% Average</a:t>
            </a:r>
          </a:p>
        </p:txBody>
      </p:sp>
      <p:sp>
        <p:nvSpPr>
          <p:cNvPr id="15" name="TextBox 14">
            <a:extLst>
              <a:ext uri="{FF2B5EF4-FFF2-40B4-BE49-F238E27FC236}">
                <a16:creationId xmlns:a16="http://schemas.microsoft.com/office/drawing/2014/main" id="{54B3D786-7E9E-E99A-8B90-B49EBD03F1FE}"/>
              </a:ext>
            </a:extLst>
          </p:cNvPr>
          <p:cNvSpPr txBox="1"/>
          <p:nvPr/>
        </p:nvSpPr>
        <p:spPr>
          <a:xfrm>
            <a:off x="639595" y="1613274"/>
            <a:ext cx="9125460" cy="796821"/>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This check flagged interviews that were significantly shorter or longer than expected.</a:t>
            </a:r>
          </a:p>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Specifically, it identified the interviews that were less than half the average or more than double average active time.</a:t>
            </a:r>
          </a:p>
          <a:p>
            <a:pPr marL="285750" indent="-2857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Interviews with LOI below half the average were all subjected to cancellation.</a:t>
            </a:r>
            <a:endParaRPr lang="en-US" sz="14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3C997A8-5C1E-4106-1AB3-40D18CC103DE}"/>
              </a:ext>
            </a:extLst>
          </p:cNvPr>
          <p:cNvPicPr>
            <a:picLocks noChangeAspect="1"/>
          </p:cNvPicPr>
          <p:nvPr/>
        </p:nvPicPr>
        <p:blipFill>
          <a:blip r:embed="rId2"/>
          <a:stretch>
            <a:fillRect/>
          </a:stretch>
        </p:blipFill>
        <p:spPr>
          <a:xfrm>
            <a:off x="639595" y="2800106"/>
            <a:ext cx="8611802" cy="1629002"/>
          </a:xfrm>
          <a:prstGeom prst="rect">
            <a:avLst/>
          </a:prstGeom>
        </p:spPr>
      </p:pic>
      <p:sp>
        <p:nvSpPr>
          <p:cNvPr id="9" name="TextBox 8">
            <a:extLst>
              <a:ext uri="{FF2B5EF4-FFF2-40B4-BE49-F238E27FC236}">
                <a16:creationId xmlns:a16="http://schemas.microsoft.com/office/drawing/2014/main" id="{73125FA9-EFA0-69E8-4A89-39004874740A}"/>
              </a:ext>
            </a:extLst>
          </p:cNvPr>
          <p:cNvSpPr txBox="1"/>
          <p:nvPr/>
        </p:nvSpPr>
        <p:spPr>
          <a:xfrm>
            <a:off x="461518" y="4819119"/>
            <a:ext cx="10968482" cy="573298"/>
          </a:xfrm>
          <a:prstGeom prst="rect">
            <a:avLst/>
          </a:prstGeom>
          <a:noFill/>
        </p:spPr>
        <p:txBody>
          <a:bodyPr wrap="square">
            <a:spAutoFit/>
          </a:bodyPr>
          <a:lstStyle/>
          <a:p>
            <a:pPr marL="285750" indent="-285750" algn="just">
              <a:lnSpc>
                <a:spcPct val="115000"/>
              </a:lnSpc>
              <a:spcBef>
                <a:spcPts val="400"/>
              </a:spcBef>
              <a:spcAft>
                <a:spcPts val="400"/>
              </a:spcAft>
              <a:buSzPct val="100000"/>
              <a:buFont typeface="Arial" panose="020B0604020202020204" pitchFamily="34" charset="0"/>
              <a:buChar char="•"/>
            </a:pPr>
            <a:r>
              <a:rPr lang="en-US" sz="1400" b="1" i="1" dirty="0">
                <a:latin typeface="Calibri" panose="020F0502020204030204" pitchFamily="34" charset="0"/>
                <a:ea typeface="Calibri" panose="020F0502020204030204" pitchFamily="34" charset="0"/>
                <a:cs typeface="Calibri" panose="020F0502020204030204" pitchFamily="34" charset="0"/>
              </a:rPr>
              <a:t>27(twenty-seven) </a:t>
            </a:r>
            <a:r>
              <a:rPr lang="en-US" sz="1400" i="1" dirty="0">
                <a:latin typeface="Calibri" panose="020F0502020204030204" pitchFamily="34" charset="0"/>
                <a:ea typeface="Calibri" panose="020F0502020204030204" pitchFamily="34" charset="0"/>
                <a:cs typeface="Calibri" panose="020F0502020204030204" pitchFamily="34" charset="0"/>
              </a:rPr>
              <a:t>interviews were flagged due to discrepancies between the interview duration and the </a:t>
            </a:r>
            <a:r>
              <a:rPr lang="en-US" sz="1400" i="1" dirty="0" err="1">
                <a:latin typeface="Calibri" panose="020F0502020204030204" pitchFamily="34" charset="0"/>
                <a:ea typeface="Calibri" panose="020F0502020204030204" pitchFamily="34" charset="0"/>
                <a:cs typeface="Calibri" panose="020F0502020204030204" pitchFamily="34" charset="0"/>
              </a:rPr>
              <a:t>iField</a:t>
            </a:r>
            <a:r>
              <a:rPr lang="en-US" sz="1400" i="1" dirty="0">
                <a:latin typeface="Calibri" panose="020F0502020204030204" pitchFamily="34" charset="0"/>
                <a:ea typeface="Calibri" panose="020F0502020204030204" pitchFamily="34" charset="0"/>
                <a:cs typeface="Calibri" panose="020F0502020204030204" pitchFamily="34" charset="0"/>
              </a:rPr>
              <a:t> active LOI, where the start–end time exceeded the recorded active time, falling below the acceptable threshold.</a:t>
            </a:r>
          </a:p>
        </p:txBody>
      </p:sp>
    </p:spTree>
    <p:extLst>
      <p:ext uri="{BB962C8B-B14F-4D97-AF65-F5344CB8AC3E}">
        <p14:creationId xmlns:p14="http://schemas.microsoft.com/office/powerpoint/2010/main" val="1355137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2A50A-D4D5-98EF-3639-3AD9D09BF13A}"/>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0D245FDB-472C-1ABB-2F2A-985558EBC7AE}"/>
              </a:ext>
            </a:extLst>
          </p:cNvPr>
          <p:cNvSpPr>
            <a:spLocks noGrp="1"/>
          </p:cNvSpPr>
          <p:nvPr>
            <p:ph type="title"/>
          </p:nvPr>
        </p:nvSpPr>
        <p:spPr>
          <a:xfrm>
            <a:off x="2597203" y="381908"/>
            <a:ext cx="6221597" cy="531026"/>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6F43E47E-0942-8E3D-E9A9-00E0AAEBCB71}"/>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9FF3F3E4-9F6D-DC5E-9C84-6220428ABD8A}"/>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C6E48FCD-52C3-AF7E-A45F-A117F31B62E6}"/>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sp>
        <p:nvSpPr>
          <p:cNvPr id="11" name="TextBox 10">
            <a:extLst>
              <a:ext uri="{FF2B5EF4-FFF2-40B4-BE49-F238E27FC236}">
                <a16:creationId xmlns:a16="http://schemas.microsoft.com/office/drawing/2014/main" id="{B451D4B0-DEBF-9E53-DCDB-6418BFF6BDCE}"/>
              </a:ext>
            </a:extLst>
          </p:cNvPr>
          <p:cNvSpPr txBox="1"/>
          <p:nvPr/>
        </p:nvSpPr>
        <p:spPr>
          <a:xfrm>
            <a:off x="491918" y="1076146"/>
            <a:ext cx="2529421" cy="226665"/>
          </a:xfrm>
          <a:prstGeom prst="rect">
            <a:avLst/>
          </a:prstGeom>
          <a:solidFill>
            <a:schemeClr val="bg1"/>
          </a:solidFill>
        </p:spPr>
        <p:txBody>
          <a:bodyPr wrap="square" lIns="0" tIns="0" rIns="0" bIns="0" rtlCol="0">
            <a:spAutoFit/>
          </a:bodyPr>
          <a:lstStyle/>
          <a:p>
            <a:pP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Wrong recruitment</a:t>
            </a:r>
          </a:p>
        </p:txBody>
      </p:sp>
      <p:sp>
        <p:nvSpPr>
          <p:cNvPr id="15" name="TextBox 14">
            <a:extLst>
              <a:ext uri="{FF2B5EF4-FFF2-40B4-BE49-F238E27FC236}">
                <a16:creationId xmlns:a16="http://schemas.microsoft.com/office/drawing/2014/main" id="{4D55863C-5548-6BBB-5AFB-432AC6959780}"/>
              </a:ext>
            </a:extLst>
          </p:cNvPr>
          <p:cNvSpPr txBox="1"/>
          <p:nvPr/>
        </p:nvSpPr>
        <p:spPr>
          <a:xfrm>
            <a:off x="570072" y="1266004"/>
            <a:ext cx="10275857" cy="1259255"/>
          </a:xfrm>
          <a:prstGeom prst="rect">
            <a:avLst/>
          </a:prstGeom>
          <a:noFill/>
        </p:spPr>
        <p:txBody>
          <a:bodyPr wrap="square" lIns="0" tIns="0" rIns="0" bIns="0" rtlCol="0">
            <a:spAutoFit/>
          </a:bodyPr>
          <a:lstStyle/>
          <a:p>
            <a:pPr marL="285750" indent="-285750">
              <a:lnSpc>
                <a:spcPct val="150000"/>
              </a:lnSpc>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From the telephonic back-checks, several respondents claimed not to own a TV, despite recruitment criteria requiring ownership of a Standard Box TV, Smart TV, or Flat Screen TV. This gave an impression that respondents can be either inconsistent or interviewers can fail to screen accordingly before engaging the respondents.</a:t>
            </a:r>
          </a:p>
          <a:p>
            <a:pPr marL="285750" indent="-285750">
              <a:lnSpc>
                <a:spcPct val="150000"/>
              </a:lnSpc>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Below snapshots;</a:t>
            </a:r>
          </a:p>
        </p:txBody>
      </p:sp>
      <p:pic>
        <p:nvPicPr>
          <p:cNvPr id="3" name="Picture 2">
            <a:extLst>
              <a:ext uri="{FF2B5EF4-FFF2-40B4-BE49-F238E27FC236}">
                <a16:creationId xmlns:a16="http://schemas.microsoft.com/office/drawing/2014/main" id="{93217A71-32A3-0417-8BA0-3C42EE680518}"/>
              </a:ext>
            </a:extLst>
          </p:cNvPr>
          <p:cNvPicPr>
            <a:picLocks noChangeAspect="1"/>
          </p:cNvPicPr>
          <p:nvPr/>
        </p:nvPicPr>
        <p:blipFill>
          <a:blip r:embed="rId2"/>
          <a:stretch>
            <a:fillRect/>
          </a:stretch>
        </p:blipFill>
        <p:spPr>
          <a:xfrm>
            <a:off x="766770" y="2947621"/>
            <a:ext cx="6796146" cy="1655619"/>
          </a:xfrm>
          <a:prstGeom prst="rect">
            <a:avLst/>
          </a:prstGeom>
        </p:spPr>
      </p:pic>
      <p:sp>
        <p:nvSpPr>
          <p:cNvPr id="8" name="Arrow: Curved Left 7">
            <a:extLst>
              <a:ext uri="{FF2B5EF4-FFF2-40B4-BE49-F238E27FC236}">
                <a16:creationId xmlns:a16="http://schemas.microsoft.com/office/drawing/2014/main" id="{70A7B1D5-58EE-2D79-17FB-5C5AE6F98CB1}"/>
              </a:ext>
            </a:extLst>
          </p:cNvPr>
          <p:cNvSpPr/>
          <p:nvPr/>
        </p:nvSpPr>
        <p:spPr>
          <a:xfrm>
            <a:off x="8212118" y="3096501"/>
            <a:ext cx="990676" cy="1259132"/>
          </a:xfrm>
          <a:prstGeom prst="curvedLef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5000"/>
              </a:lnSpc>
              <a:spcBef>
                <a:spcPts val="400"/>
              </a:spcBef>
              <a:spcAft>
                <a:spcPts val="400"/>
              </a:spcAft>
            </a:pPr>
            <a:endParaRPr lang="en-US" sz="1200" dirty="0">
              <a:solidFill>
                <a:schemeClr val="tx1"/>
              </a:solidFill>
            </a:endParaRPr>
          </a:p>
        </p:txBody>
      </p:sp>
      <p:sp>
        <p:nvSpPr>
          <p:cNvPr id="10" name="TextBox 9">
            <a:extLst>
              <a:ext uri="{FF2B5EF4-FFF2-40B4-BE49-F238E27FC236}">
                <a16:creationId xmlns:a16="http://schemas.microsoft.com/office/drawing/2014/main" id="{830A1154-7C1D-917A-1A02-85A1CAFB47E2}"/>
              </a:ext>
            </a:extLst>
          </p:cNvPr>
          <p:cNvSpPr txBox="1"/>
          <p:nvPr/>
        </p:nvSpPr>
        <p:spPr>
          <a:xfrm>
            <a:off x="9329904" y="3486741"/>
            <a:ext cx="2685687" cy="221727"/>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1400" b="1" i="1" dirty="0">
                <a:solidFill>
                  <a:srgbClr val="00B0F0"/>
                </a:solidFill>
              </a:rPr>
              <a:t>Telephonic Back-checks Outcome</a:t>
            </a:r>
          </a:p>
        </p:txBody>
      </p:sp>
    </p:spTree>
    <p:extLst>
      <p:ext uri="{BB962C8B-B14F-4D97-AF65-F5344CB8AC3E}">
        <p14:creationId xmlns:p14="http://schemas.microsoft.com/office/powerpoint/2010/main" val="1552497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3853-5087-742F-3076-2D126E078833}"/>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22078A09-E9F8-9358-E23A-C0AA69641B57}"/>
              </a:ext>
            </a:extLst>
          </p:cNvPr>
          <p:cNvSpPr>
            <a:spLocks noGrp="1"/>
          </p:cNvSpPr>
          <p:nvPr>
            <p:ph type="title"/>
          </p:nvPr>
        </p:nvSpPr>
        <p:spPr>
          <a:xfrm>
            <a:off x="2597203" y="381908"/>
            <a:ext cx="6221597" cy="531026"/>
          </a:xfrm>
        </p:spPr>
        <p:txBody>
          <a:bodyPr/>
          <a:lstStyle/>
          <a:p>
            <a:pPr algn="ctr"/>
            <a:r>
              <a:rPr lang="en-GB" sz="3200" dirty="0">
                <a:solidFill>
                  <a:srgbClr val="0070C0"/>
                </a:solidFill>
              </a:rPr>
              <a:t>QUALITY FINDINGS</a:t>
            </a:r>
          </a:p>
        </p:txBody>
      </p:sp>
      <p:sp>
        <p:nvSpPr>
          <p:cNvPr id="12" name="Parallelogram 2">
            <a:extLst>
              <a:ext uri="{FF2B5EF4-FFF2-40B4-BE49-F238E27FC236}">
                <a16:creationId xmlns:a16="http://schemas.microsoft.com/office/drawing/2014/main" id="{64E4615D-7186-D1B0-FF9A-7C03EDBC0899}"/>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722FD51C-0D9B-48B5-4DE2-59D9A91264EF}"/>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0227E1CC-A774-75CF-6C9A-CE0EF48877CF}"/>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sp>
        <p:nvSpPr>
          <p:cNvPr id="11" name="TextBox 10">
            <a:extLst>
              <a:ext uri="{FF2B5EF4-FFF2-40B4-BE49-F238E27FC236}">
                <a16:creationId xmlns:a16="http://schemas.microsoft.com/office/drawing/2014/main" id="{95A543F7-15FB-B3E0-661D-4E4A4131A960}"/>
              </a:ext>
            </a:extLst>
          </p:cNvPr>
          <p:cNvSpPr txBox="1"/>
          <p:nvPr/>
        </p:nvSpPr>
        <p:spPr>
          <a:xfrm>
            <a:off x="491918" y="1076146"/>
            <a:ext cx="2529421" cy="226665"/>
          </a:xfrm>
          <a:prstGeom prst="rect">
            <a:avLst/>
          </a:prstGeom>
          <a:solidFill>
            <a:schemeClr val="bg1"/>
          </a:solidFill>
        </p:spPr>
        <p:txBody>
          <a:bodyPr wrap="square" lIns="0" tIns="0" rIns="0" bIns="0" rtlCol="0">
            <a:spAutoFit/>
          </a:bodyPr>
          <a:lstStyle/>
          <a:p>
            <a:pPr>
              <a:lnSpc>
                <a:spcPct val="115000"/>
              </a:lnSpc>
              <a:spcBef>
                <a:spcPts val="400"/>
              </a:spcBef>
              <a:spcAft>
                <a:spcPts val="400"/>
              </a:spcAft>
              <a:buSzPct val="100000"/>
            </a:pPr>
            <a:r>
              <a:rPr lang="en-US" sz="1400" b="1" dirty="0">
                <a:solidFill>
                  <a:srgbClr val="00B0F0"/>
                </a:solidFill>
                <a:latin typeface="Arial" panose="020B0604020202020204" pitchFamily="34" charset="0"/>
                <a:cs typeface="Arial" panose="020B0604020202020204" pitchFamily="34" charset="0"/>
              </a:rPr>
              <a:t>Verbatim</a:t>
            </a:r>
          </a:p>
        </p:txBody>
      </p:sp>
      <p:sp>
        <p:nvSpPr>
          <p:cNvPr id="2" name="TextBox 1">
            <a:extLst>
              <a:ext uri="{FF2B5EF4-FFF2-40B4-BE49-F238E27FC236}">
                <a16:creationId xmlns:a16="http://schemas.microsoft.com/office/drawing/2014/main" id="{E3355613-5387-058E-71BE-5B39D38F0E8E}"/>
              </a:ext>
            </a:extLst>
          </p:cNvPr>
          <p:cNvSpPr txBox="1"/>
          <p:nvPr/>
        </p:nvSpPr>
        <p:spPr>
          <a:xfrm>
            <a:off x="491917" y="1394111"/>
            <a:ext cx="8152021" cy="1254189"/>
          </a:xfrm>
          <a:prstGeom prst="rect">
            <a:avLst/>
          </a:prstGeom>
          <a:noFill/>
        </p:spPr>
        <p:txBody>
          <a:bodyPr wrap="square" lIns="0" tIns="0" rIns="0" bIns="0" rtlCol="0">
            <a:spAutoFit/>
          </a:bodyPr>
          <a:lstStyle/>
          <a:p>
            <a:pPr>
              <a:buNone/>
            </a:pPr>
            <a:r>
              <a:rPr lang="en-US" sz="1200" dirty="0"/>
              <a:t>Interviewers were required to capture comprehensive feedback from respondents for all open-ended questions.</a:t>
            </a:r>
          </a:p>
          <a:p>
            <a:pPr marL="171450" indent="-171450">
              <a:lnSpc>
                <a:spcPct val="150000"/>
              </a:lnSpc>
              <a:buFont typeface="Arial" panose="020B0604020202020204" pitchFamily="34" charset="0"/>
              <a:buChar char="•"/>
            </a:pPr>
            <a:r>
              <a:rPr lang="en-US" sz="1200" dirty="0"/>
              <a:t>Most interviewers recorded relevant, complete, and accurate responses, which was commendable.</a:t>
            </a:r>
          </a:p>
          <a:p>
            <a:pPr marL="171450" indent="-171450">
              <a:lnSpc>
                <a:spcPct val="150000"/>
              </a:lnSpc>
              <a:buFont typeface="Arial" panose="020B0604020202020204" pitchFamily="34" charset="0"/>
              <a:buChar char="•"/>
            </a:pPr>
            <a:r>
              <a:rPr lang="en-US" sz="1200" dirty="0"/>
              <a:t>However, there were several instances of incomplete and vague verbatims, often recurring with specific interviewers.</a:t>
            </a:r>
          </a:p>
          <a:p>
            <a:pPr marL="171450" indent="-171450">
              <a:lnSpc>
                <a:spcPct val="150000"/>
              </a:lnSpc>
              <a:buFont typeface="Arial" panose="020B0604020202020204" pitchFamily="34" charset="0"/>
              <a:buChar char="•"/>
            </a:pPr>
            <a:r>
              <a:rPr lang="en-US" sz="1200" dirty="0"/>
              <a:t>Additionally, some verbatims were keyed in Swahili instead of English, contrary to the expected standards.</a:t>
            </a:r>
          </a:p>
          <a:p>
            <a:pPr marL="171450" indent="-171450">
              <a:lnSpc>
                <a:spcPct val="150000"/>
              </a:lnSpc>
              <a:buFont typeface="Arial" panose="020B0604020202020204" pitchFamily="34" charset="0"/>
              <a:buChar char="•"/>
            </a:pPr>
            <a:endParaRPr lang="en-US" sz="1200" dirty="0"/>
          </a:p>
        </p:txBody>
      </p:sp>
      <p:pic>
        <p:nvPicPr>
          <p:cNvPr id="13" name="Picture 12">
            <a:extLst>
              <a:ext uri="{FF2B5EF4-FFF2-40B4-BE49-F238E27FC236}">
                <a16:creationId xmlns:a16="http://schemas.microsoft.com/office/drawing/2014/main" id="{EC22A907-C6B4-25C3-EEAB-7B2CDFA3A2DA}"/>
              </a:ext>
            </a:extLst>
          </p:cNvPr>
          <p:cNvPicPr>
            <a:picLocks noChangeAspect="1"/>
          </p:cNvPicPr>
          <p:nvPr/>
        </p:nvPicPr>
        <p:blipFill>
          <a:blip r:embed="rId2"/>
          <a:stretch>
            <a:fillRect/>
          </a:stretch>
        </p:blipFill>
        <p:spPr>
          <a:xfrm>
            <a:off x="952048" y="2613787"/>
            <a:ext cx="6891662" cy="3430652"/>
          </a:xfrm>
          <a:prstGeom prst="rect">
            <a:avLst/>
          </a:prstGeom>
        </p:spPr>
      </p:pic>
    </p:spTree>
    <p:extLst>
      <p:ext uri="{BB962C8B-B14F-4D97-AF65-F5344CB8AC3E}">
        <p14:creationId xmlns:p14="http://schemas.microsoft.com/office/powerpoint/2010/main" val="2734064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3E778A5-E7EA-6465-13A7-441FE1160CBC}"/>
              </a:ext>
            </a:extLst>
          </p:cNvPr>
          <p:cNvSpPr>
            <a:spLocks noGrp="1"/>
          </p:cNvSpPr>
          <p:nvPr>
            <p:ph type="title"/>
          </p:nvPr>
        </p:nvSpPr>
        <p:spPr>
          <a:xfrm>
            <a:off x="2862464" y="175241"/>
            <a:ext cx="5440209" cy="383227"/>
          </a:xfrm>
        </p:spPr>
        <p:txBody>
          <a:bodyPr/>
          <a:lstStyle/>
          <a:p>
            <a:pPr algn="ctr"/>
            <a:r>
              <a:rPr lang="en-GB" sz="3200" dirty="0">
                <a:solidFill>
                  <a:srgbClr val="0070C0"/>
                </a:solidFill>
                <a:latin typeface="Arial" panose="020B0604020202020204" pitchFamily="34" charset="0"/>
                <a:cs typeface="Arial" panose="020B0604020202020204" pitchFamily="34" charset="0"/>
              </a:rPr>
              <a:t>QUALITY ACHIEVEMENTS</a:t>
            </a:r>
            <a:endParaRPr lang="en-GB" sz="3600" dirty="0">
              <a:solidFill>
                <a:srgbClr val="0070C0"/>
              </a:solidFill>
              <a:latin typeface="Arial" panose="020B0604020202020204" pitchFamily="34" charset="0"/>
              <a:cs typeface="Arial" panose="020B0604020202020204" pitchFamily="34" charset="0"/>
            </a:endParaRPr>
          </a:p>
        </p:txBody>
      </p:sp>
      <p:sp>
        <p:nvSpPr>
          <p:cNvPr id="12" name="Parallelogram 2">
            <a:extLst>
              <a:ext uri="{FF2B5EF4-FFF2-40B4-BE49-F238E27FC236}">
                <a16:creationId xmlns:a16="http://schemas.microsoft.com/office/drawing/2014/main" id="{DF37C8CB-DEBD-9CF2-4196-6521F681E27D}"/>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B52C2BF2-F816-1D55-C30D-9E7F9073C690}"/>
              </a:ext>
              <a:ext uri="{C183D7F6-B498-43B3-948B-1728B52AA6E4}">
                <adec:decorative xmlns:adec="http://schemas.microsoft.com/office/drawing/2017/decorative" val="1"/>
              </a:ext>
            </a:extLst>
          </p:cNvPr>
          <p:cNvSpPr/>
          <p:nvPr/>
        </p:nvSpPr>
        <p:spPr>
          <a:xfrm rot="18900000">
            <a:off x="10087459" y="348518"/>
            <a:ext cx="1549336" cy="476268"/>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6EF23736-C0C8-5A96-A44F-9419016FC77C}"/>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sp>
        <p:nvSpPr>
          <p:cNvPr id="19" name="TextBox 18">
            <a:extLst>
              <a:ext uri="{FF2B5EF4-FFF2-40B4-BE49-F238E27FC236}">
                <a16:creationId xmlns:a16="http://schemas.microsoft.com/office/drawing/2014/main" id="{15F5C7B9-BD98-4D87-0FED-B1CB1ED7E283}"/>
              </a:ext>
            </a:extLst>
          </p:cNvPr>
          <p:cNvSpPr txBox="1"/>
          <p:nvPr/>
        </p:nvSpPr>
        <p:spPr>
          <a:xfrm>
            <a:off x="192485" y="1088398"/>
            <a:ext cx="3108960" cy="291490"/>
          </a:xfrm>
          <a:prstGeom prst="rect">
            <a:avLst/>
          </a:prstGeom>
          <a:solidFill>
            <a:srgbClr val="7030A0"/>
          </a:solidFill>
        </p:spPr>
        <p:txBody>
          <a:bodyPr wrap="square" lIns="0" tIns="0" rIns="0" bIns="0" rtlCol="0">
            <a:spAutoFit/>
          </a:bodyPr>
          <a:lstStyle/>
          <a:p>
            <a:pPr algn="ctr">
              <a:lnSpc>
                <a:spcPct val="115000"/>
              </a:lnSpc>
              <a:spcBef>
                <a:spcPts val="400"/>
              </a:spcBef>
              <a:spcAft>
                <a:spcPts val="400"/>
              </a:spcAft>
              <a:buSzPct val="100000"/>
            </a:pPr>
            <a:r>
              <a:rPr lang="en-US" b="1" dirty="0">
                <a:solidFill>
                  <a:schemeClr val="bg1"/>
                </a:solidFill>
                <a:latin typeface="Arial" panose="020B0604020202020204" pitchFamily="34" charset="0"/>
                <a:cs typeface="Arial" panose="020B0604020202020204" pitchFamily="34" charset="0"/>
              </a:rPr>
              <a:t>Sample</a:t>
            </a:r>
            <a:endParaRPr lang="en-US" sz="1200" b="1" dirty="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ED1B5EA0-0AF5-0AAC-1995-C3AE0F7B3E71}"/>
              </a:ext>
            </a:extLst>
          </p:cNvPr>
          <p:cNvSpPr txBox="1"/>
          <p:nvPr/>
        </p:nvSpPr>
        <p:spPr>
          <a:xfrm>
            <a:off x="3673283" y="1106766"/>
            <a:ext cx="3604683" cy="291490"/>
          </a:xfrm>
          <a:prstGeom prst="rect">
            <a:avLst/>
          </a:prstGeom>
          <a:solidFill>
            <a:srgbClr val="7030A0"/>
          </a:solidFill>
        </p:spPr>
        <p:txBody>
          <a:bodyPr wrap="square" lIns="0" tIns="0" rIns="0" bIns="0" rtlCol="0">
            <a:spAutoFit/>
          </a:bodyPr>
          <a:lstStyle/>
          <a:p>
            <a:pPr algn="ctr">
              <a:lnSpc>
                <a:spcPct val="115000"/>
              </a:lnSpc>
              <a:spcBef>
                <a:spcPts val="400"/>
              </a:spcBef>
              <a:spcAft>
                <a:spcPts val="400"/>
              </a:spcAft>
              <a:buSzPct val="100000"/>
            </a:pPr>
            <a:r>
              <a:rPr lang="en-US" b="1" dirty="0">
                <a:solidFill>
                  <a:schemeClr val="bg1"/>
                </a:solidFill>
                <a:latin typeface="Arial" panose="020B0604020202020204" pitchFamily="34" charset="0"/>
                <a:cs typeface="Arial" panose="020B0604020202020204" pitchFamily="34" charset="0"/>
              </a:rPr>
              <a:t>Back-checks &amp; Accompaniments</a:t>
            </a:r>
          </a:p>
        </p:txBody>
      </p:sp>
      <p:sp>
        <p:nvSpPr>
          <p:cNvPr id="21" name="TextBox 20">
            <a:extLst>
              <a:ext uri="{FF2B5EF4-FFF2-40B4-BE49-F238E27FC236}">
                <a16:creationId xmlns:a16="http://schemas.microsoft.com/office/drawing/2014/main" id="{76C18758-002D-6975-49F5-F34B71EA88C7}"/>
              </a:ext>
            </a:extLst>
          </p:cNvPr>
          <p:cNvSpPr txBox="1"/>
          <p:nvPr/>
        </p:nvSpPr>
        <p:spPr>
          <a:xfrm>
            <a:off x="8382159" y="1094065"/>
            <a:ext cx="3108960" cy="291490"/>
          </a:xfrm>
          <a:prstGeom prst="rect">
            <a:avLst/>
          </a:prstGeom>
          <a:solidFill>
            <a:srgbClr val="7030A0"/>
          </a:solidFill>
        </p:spPr>
        <p:txBody>
          <a:bodyPr wrap="square" lIns="0" tIns="0" rIns="0" bIns="0" rtlCol="0">
            <a:spAutoFit/>
          </a:bodyPr>
          <a:lstStyle/>
          <a:p>
            <a:pPr algn="ctr">
              <a:lnSpc>
                <a:spcPct val="115000"/>
              </a:lnSpc>
              <a:spcBef>
                <a:spcPts val="400"/>
              </a:spcBef>
              <a:spcAft>
                <a:spcPts val="400"/>
              </a:spcAft>
              <a:buSzPct val="100000"/>
            </a:pPr>
            <a:r>
              <a:rPr lang="en-US" b="1" dirty="0">
                <a:solidFill>
                  <a:schemeClr val="bg1"/>
                </a:solidFill>
                <a:latin typeface="Arial" panose="020B0604020202020204" pitchFamily="34" charset="0"/>
                <a:cs typeface="Arial" panose="020B0604020202020204" pitchFamily="34" charset="0"/>
              </a:rPr>
              <a:t>Duration(in minutes)</a:t>
            </a:r>
          </a:p>
        </p:txBody>
      </p:sp>
      <p:sp>
        <p:nvSpPr>
          <p:cNvPr id="23" name="TextBox 22">
            <a:extLst>
              <a:ext uri="{FF2B5EF4-FFF2-40B4-BE49-F238E27FC236}">
                <a16:creationId xmlns:a16="http://schemas.microsoft.com/office/drawing/2014/main" id="{AEC64A4A-38B8-839D-DB96-AA5AEEE1E79F}"/>
              </a:ext>
            </a:extLst>
          </p:cNvPr>
          <p:cNvSpPr txBox="1"/>
          <p:nvPr/>
        </p:nvSpPr>
        <p:spPr>
          <a:xfrm>
            <a:off x="3673283" y="1482866"/>
            <a:ext cx="1985476" cy="1384995"/>
          </a:xfrm>
          <a:prstGeom prst="rect">
            <a:avLst/>
          </a:prstGeom>
          <a:noFill/>
        </p:spPr>
        <p:txBody>
          <a:bodyPr wrap="square" lIns="0" tIns="0" rIns="0" bIns="0" rtlCol="0">
            <a:spAutoFit/>
          </a:bodyPr>
          <a:lstStyle/>
          <a:p>
            <a:r>
              <a:rPr lang="en-US" sz="1400" b="1" dirty="0"/>
              <a:t> </a:t>
            </a:r>
            <a:r>
              <a:rPr lang="en-US" sz="1400" b="1" dirty="0">
                <a:solidFill>
                  <a:schemeClr val="tx2"/>
                </a:solidFill>
              </a:rPr>
              <a:t>Back-checks</a:t>
            </a:r>
            <a:br>
              <a:rPr lang="en-US" sz="1400" b="1" dirty="0"/>
            </a:br>
            <a:br>
              <a:rPr lang="en-US" sz="1400" b="1" dirty="0"/>
            </a:br>
            <a:r>
              <a:rPr lang="en-US" sz="1400" b="1" dirty="0"/>
              <a:t>Achieved</a:t>
            </a:r>
            <a:r>
              <a:rPr lang="en-US" sz="1400" dirty="0"/>
              <a:t>: 24%</a:t>
            </a:r>
          </a:p>
          <a:p>
            <a:r>
              <a:rPr lang="en-US" sz="1200" b="1" dirty="0"/>
              <a:t>Completed Back-checks</a:t>
            </a:r>
            <a:r>
              <a:rPr lang="en-US" sz="1200" dirty="0"/>
              <a:t>: 617</a:t>
            </a:r>
          </a:p>
          <a:p>
            <a:r>
              <a:rPr lang="en-US" sz="1200" b="1" dirty="0"/>
              <a:t>Effective Back-checks</a:t>
            </a:r>
            <a:r>
              <a:rPr lang="en-US" sz="1200" dirty="0"/>
              <a:t>: 253</a:t>
            </a:r>
            <a:br>
              <a:rPr lang="en-US" sz="1200" dirty="0"/>
            </a:br>
            <a:br>
              <a:rPr lang="en-US" sz="1200" dirty="0"/>
            </a:br>
            <a:r>
              <a:rPr lang="en-US" sz="1200" b="1" dirty="0"/>
              <a:t>Target</a:t>
            </a:r>
            <a:r>
              <a:rPr lang="en-US" sz="1200" dirty="0"/>
              <a:t>: 20%</a:t>
            </a:r>
            <a:endParaRPr lang="en-US" sz="1400" dirty="0"/>
          </a:p>
        </p:txBody>
      </p:sp>
      <p:sp>
        <p:nvSpPr>
          <p:cNvPr id="26" name="TextBox 25">
            <a:extLst>
              <a:ext uri="{FF2B5EF4-FFF2-40B4-BE49-F238E27FC236}">
                <a16:creationId xmlns:a16="http://schemas.microsoft.com/office/drawing/2014/main" id="{CFC24D3B-B816-C8F8-A811-F8D2F980AB7E}"/>
              </a:ext>
            </a:extLst>
          </p:cNvPr>
          <p:cNvSpPr txBox="1"/>
          <p:nvPr/>
        </p:nvSpPr>
        <p:spPr>
          <a:xfrm>
            <a:off x="105991" y="3145727"/>
            <a:ext cx="3108830" cy="291490"/>
          </a:xfrm>
          <a:prstGeom prst="rect">
            <a:avLst/>
          </a:prstGeom>
          <a:solidFill>
            <a:srgbClr val="00B050"/>
          </a:solidFill>
        </p:spPr>
        <p:txBody>
          <a:bodyPr wrap="square" lIns="0" tIns="0" rIns="0" bIns="0" rtlCol="0">
            <a:spAutoFit/>
          </a:bodyPr>
          <a:lstStyle/>
          <a:p>
            <a:pPr algn="ctr">
              <a:lnSpc>
                <a:spcPct val="115000"/>
              </a:lnSpc>
              <a:spcBef>
                <a:spcPts val="400"/>
              </a:spcBef>
              <a:spcAft>
                <a:spcPts val="400"/>
              </a:spcAft>
              <a:buSzPct val="100000"/>
            </a:pPr>
            <a:r>
              <a:rPr lang="en-US" b="1" dirty="0">
                <a:solidFill>
                  <a:schemeClr val="bg1"/>
                </a:solidFill>
                <a:latin typeface="Arial" panose="020B0604020202020204" pitchFamily="34" charset="0"/>
                <a:cs typeface="Arial" panose="020B0604020202020204" pitchFamily="34" charset="0"/>
              </a:rPr>
              <a:t>Quota Management</a:t>
            </a:r>
          </a:p>
        </p:txBody>
      </p:sp>
      <p:sp>
        <p:nvSpPr>
          <p:cNvPr id="27" name="TextBox 26">
            <a:extLst>
              <a:ext uri="{FF2B5EF4-FFF2-40B4-BE49-F238E27FC236}">
                <a16:creationId xmlns:a16="http://schemas.microsoft.com/office/drawing/2014/main" id="{328363CB-6E39-8D18-1EFD-179684140FEE}"/>
              </a:ext>
            </a:extLst>
          </p:cNvPr>
          <p:cNvSpPr txBox="1"/>
          <p:nvPr/>
        </p:nvSpPr>
        <p:spPr>
          <a:xfrm>
            <a:off x="3806738" y="3139966"/>
            <a:ext cx="3108375" cy="291490"/>
          </a:xfrm>
          <a:prstGeom prst="rect">
            <a:avLst/>
          </a:prstGeom>
          <a:solidFill>
            <a:srgbClr val="00B050"/>
          </a:solidFill>
        </p:spPr>
        <p:txBody>
          <a:bodyPr wrap="square" lIns="0" tIns="0" rIns="0" bIns="0" rtlCol="0">
            <a:spAutoFit/>
          </a:bodyPr>
          <a:lstStyle/>
          <a:p>
            <a:pPr algn="ctr">
              <a:lnSpc>
                <a:spcPct val="115000"/>
              </a:lnSpc>
              <a:spcBef>
                <a:spcPts val="400"/>
              </a:spcBef>
              <a:spcAft>
                <a:spcPts val="400"/>
              </a:spcAft>
              <a:buSzPct val="100000"/>
            </a:pPr>
            <a:r>
              <a:rPr lang="en-US" b="1" dirty="0">
                <a:solidFill>
                  <a:schemeClr val="bg1"/>
                </a:solidFill>
                <a:latin typeface="Arial" panose="020B0604020202020204" pitchFamily="34" charset="0"/>
                <a:cs typeface="Arial" panose="020B0604020202020204" pitchFamily="34" charset="0"/>
              </a:rPr>
              <a:t>Listen-in</a:t>
            </a:r>
          </a:p>
        </p:txBody>
      </p:sp>
      <p:sp>
        <p:nvSpPr>
          <p:cNvPr id="28" name="TextBox 27">
            <a:extLst>
              <a:ext uri="{FF2B5EF4-FFF2-40B4-BE49-F238E27FC236}">
                <a16:creationId xmlns:a16="http://schemas.microsoft.com/office/drawing/2014/main" id="{6EF27404-49E3-3DEA-C462-54666D20EC22}"/>
              </a:ext>
            </a:extLst>
          </p:cNvPr>
          <p:cNvSpPr txBox="1"/>
          <p:nvPr/>
        </p:nvSpPr>
        <p:spPr>
          <a:xfrm>
            <a:off x="7507031" y="3132018"/>
            <a:ext cx="3108960" cy="291490"/>
          </a:xfrm>
          <a:prstGeom prst="rect">
            <a:avLst/>
          </a:prstGeom>
          <a:solidFill>
            <a:srgbClr val="00B050"/>
          </a:solidFill>
        </p:spPr>
        <p:txBody>
          <a:bodyPr wrap="square" lIns="0" tIns="0" rIns="0" bIns="0" rtlCol="0">
            <a:spAutoFit/>
          </a:bodyPr>
          <a:lstStyle/>
          <a:p>
            <a:pPr algn="ctr">
              <a:lnSpc>
                <a:spcPct val="115000"/>
              </a:lnSpc>
              <a:spcBef>
                <a:spcPts val="400"/>
              </a:spcBef>
              <a:spcAft>
                <a:spcPts val="400"/>
              </a:spcAft>
              <a:buSzPct val="100000"/>
            </a:pPr>
            <a:r>
              <a:rPr lang="en-US" b="1" dirty="0">
                <a:solidFill>
                  <a:schemeClr val="bg1"/>
                </a:solidFill>
                <a:latin typeface="Arial" panose="020B0604020202020204" pitchFamily="34" charset="0"/>
                <a:cs typeface="Arial" panose="020B0604020202020204" pitchFamily="34" charset="0"/>
              </a:rPr>
              <a:t>Mitigation</a:t>
            </a:r>
          </a:p>
        </p:txBody>
      </p:sp>
      <p:sp>
        <p:nvSpPr>
          <p:cNvPr id="29" name="TextBox 28">
            <a:extLst>
              <a:ext uri="{FF2B5EF4-FFF2-40B4-BE49-F238E27FC236}">
                <a16:creationId xmlns:a16="http://schemas.microsoft.com/office/drawing/2014/main" id="{D7EB91D5-51EE-D2F6-496C-86ABDC595AC0}"/>
              </a:ext>
            </a:extLst>
          </p:cNvPr>
          <p:cNvSpPr txBox="1"/>
          <p:nvPr/>
        </p:nvSpPr>
        <p:spPr>
          <a:xfrm>
            <a:off x="105991" y="3593044"/>
            <a:ext cx="3108375" cy="1142108"/>
          </a:xfrm>
          <a:prstGeom prst="rect">
            <a:avLst/>
          </a:prstGeom>
          <a:noFill/>
        </p:spPr>
        <p:txBody>
          <a:bodyPr wrap="square" lIns="0" tIns="0" rIns="0" bIns="0" rtlCol="0">
            <a:spAutoFit/>
          </a:bodyPr>
          <a:lstStyle/>
          <a:p>
            <a:pPr>
              <a:lnSpc>
                <a:spcPct val="115000"/>
              </a:lnSpc>
              <a:spcBef>
                <a:spcPts val="400"/>
              </a:spcBef>
              <a:spcAft>
                <a:spcPts val="400"/>
              </a:spcAft>
              <a:buSzPct val="100000"/>
            </a:pPr>
            <a:r>
              <a:rPr lang="en-US" sz="1200" dirty="0">
                <a:latin typeface="Arial" panose="020B0604020202020204" pitchFamily="34" charset="0"/>
                <a:cs typeface="Arial" panose="020B0604020202020204" pitchFamily="34" charset="0"/>
              </a:rPr>
              <a:t>Quota management was done on the Ipsos’ proprietary field management system known as </a:t>
            </a:r>
            <a:r>
              <a:rPr lang="en-US" sz="1200" i="1" dirty="0">
                <a:latin typeface="Arial" panose="020B0604020202020204" pitchFamily="34" charset="0"/>
                <a:cs typeface="Arial" panose="020B0604020202020204" pitchFamily="34" charset="0"/>
              </a:rPr>
              <a:t>iField </a:t>
            </a:r>
            <a:r>
              <a:rPr lang="en-US" sz="1200" dirty="0">
                <a:latin typeface="Arial" panose="020B0604020202020204" pitchFamily="34" charset="0"/>
                <a:cs typeface="Arial" panose="020B0604020202020204" pitchFamily="34" charset="0"/>
              </a:rPr>
              <a:t>that has among other functionalities real-time quota tracking capability.</a:t>
            </a:r>
          </a:p>
          <a:p>
            <a:pPr algn="l">
              <a:lnSpc>
                <a:spcPct val="115000"/>
              </a:lnSpc>
              <a:spcBef>
                <a:spcPts val="400"/>
              </a:spcBef>
              <a:spcAft>
                <a:spcPts val="400"/>
              </a:spcAft>
              <a:buSzPct val="100000"/>
            </a:pPr>
            <a:endParaRPr lang="en-US" sz="1100" dirty="0"/>
          </a:p>
        </p:txBody>
      </p:sp>
      <p:sp>
        <p:nvSpPr>
          <p:cNvPr id="30" name="TextBox 29">
            <a:extLst>
              <a:ext uri="{FF2B5EF4-FFF2-40B4-BE49-F238E27FC236}">
                <a16:creationId xmlns:a16="http://schemas.microsoft.com/office/drawing/2014/main" id="{D6357EAF-CED4-39F5-342F-0782B8DDF8A2}"/>
              </a:ext>
            </a:extLst>
          </p:cNvPr>
          <p:cNvSpPr txBox="1"/>
          <p:nvPr/>
        </p:nvSpPr>
        <p:spPr>
          <a:xfrm>
            <a:off x="5828484" y="1501852"/>
            <a:ext cx="1488621" cy="1292662"/>
          </a:xfrm>
          <a:prstGeom prst="rect">
            <a:avLst/>
          </a:prstGeom>
          <a:noFill/>
        </p:spPr>
        <p:txBody>
          <a:bodyPr wrap="square" lIns="0" tIns="0" rIns="0" bIns="0" rtlCol="0">
            <a:spAutoFit/>
          </a:bodyPr>
          <a:lstStyle/>
          <a:p>
            <a:r>
              <a:rPr lang="en-US" sz="1400" b="1" dirty="0">
                <a:solidFill>
                  <a:schemeClr val="tx2"/>
                </a:solidFill>
              </a:rPr>
              <a:t>Accompaniments</a:t>
            </a:r>
            <a:br>
              <a:rPr lang="en-US" sz="1400" b="1" dirty="0"/>
            </a:br>
            <a:br>
              <a:rPr lang="en-US" sz="1400" b="1" dirty="0"/>
            </a:br>
            <a:r>
              <a:rPr lang="en-US" sz="1400" b="1" dirty="0"/>
              <a:t>Achieved: </a:t>
            </a:r>
            <a:r>
              <a:rPr lang="en-US" sz="1400" dirty="0"/>
              <a:t>30%</a:t>
            </a:r>
            <a:br>
              <a:rPr lang="en-US" sz="1400" b="1" dirty="0"/>
            </a:br>
            <a:br>
              <a:rPr lang="en-US" sz="1400" b="1" dirty="0"/>
            </a:br>
            <a:r>
              <a:rPr lang="en-US" sz="1400" b="1" dirty="0"/>
              <a:t>Target:</a:t>
            </a:r>
            <a:r>
              <a:rPr lang="en-US" sz="1400" dirty="0"/>
              <a:t> 20%</a:t>
            </a:r>
          </a:p>
          <a:p>
            <a:endParaRPr lang="en-US" sz="1400" b="1" dirty="0"/>
          </a:p>
        </p:txBody>
      </p:sp>
      <p:sp>
        <p:nvSpPr>
          <p:cNvPr id="32" name="TextBox 31">
            <a:extLst>
              <a:ext uri="{FF2B5EF4-FFF2-40B4-BE49-F238E27FC236}">
                <a16:creationId xmlns:a16="http://schemas.microsoft.com/office/drawing/2014/main" id="{F85B5C39-FEA4-AACC-48E4-667492826DAC}"/>
              </a:ext>
            </a:extLst>
          </p:cNvPr>
          <p:cNvSpPr txBox="1"/>
          <p:nvPr/>
        </p:nvSpPr>
        <p:spPr>
          <a:xfrm>
            <a:off x="7467363" y="3514808"/>
            <a:ext cx="4206240"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Held debrief sessions &amp; checked improvements.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Listened in to the audio recorded interviews.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Interviewers with major issues were accompanied by Quality Control team.</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Telephonic back-checks were done to affirm the interviews were conducted.</a:t>
            </a:r>
          </a:p>
        </p:txBody>
      </p:sp>
      <p:sp>
        <p:nvSpPr>
          <p:cNvPr id="33" name="TextBox 32">
            <a:extLst>
              <a:ext uri="{FF2B5EF4-FFF2-40B4-BE49-F238E27FC236}">
                <a16:creationId xmlns:a16="http://schemas.microsoft.com/office/drawing/2014/main" id="{6781B38B-E343-490A-13A3-C42700AAB49F}"/>
              </a:ext>
            </a:extLst>
          </p:cNvPr>
          <p:cNvSpPr txBox="1"/>
          <p:nvPr/>
        </p:nvSpPr>
        <p:spPr>
          <a:xfrm>
            <a:off x="1181653" y="4755316"/>
            <a:ext cx="3484368" cy="323871"/>
          </a:xfrm>
          <a:prstGeom prst="rect">
            <a:avLst/>
          </a:prstGeom>
          <a:solidFill>
            <a:srgbClr val="00B0F0"/>
          </a:solidFill>
        </p:spPr>
        <p:txBody>
          <a:bodyPr wrap="square" lIns="0" tIns="0" rIns="0" bIns="0" rtlCol="0">
            <a:spAutoFit/>
          </a:bodyPr>
          <a:lstStyle/>
          <a:p>
            <a:pPr algn="ctr">
              <a:lnSpc>
                <a:spcPct val="115000"/>
              </a:lnSpc>
              <a:spcBef>
                <a:spcPts val="400"/>
              </a:spcBef>
              <a:spcAft>
                <a:spcPts val="400"/>
              </a:spcAft>
              <a:buSzPct val="100000"/>
            </a:pPr>
            <a:r>
              <a:rPr lang="en-US" sz="2000" b="1" dirty="0">
                <a:solidFill>
                  <a:schemeClr val="bg1"/>
                </a:solidFill>
                <a:latin typeface="Arial" panose="020B0604020202020204" pitchFamily="34" charset="0"/>
                <a:cs typeface="Arial" panose="020B0604020202020204" pitchFamily="34" charset="0"/>
              </a:rPr>
              <a:t>Interview Variable Checks</a:t>
            </a:r>
          </a:p>
        </p:txBody>
      </p:sp>
      <p:sp>
        <p:nvSpPr>
          <p:cNvPr id="35" name="TextBox 34">
            <a:extLst>
              <a:ext uri="{FF2B5EF4-FFF2-40B4-BE49-F238E27FC236}">
                <a16:creationId xmlns:a16="http://schemas.microsoft.com/office/drawing/2014/main" id="{C577EFE2-D6FC-35D2-93FC-9619B205BD17}"/>
              </a:ext>
            </a:extLst>
          </p:cNvPr>
          <p:cNvSpPr txBox="1"/>
          <p:nvPr/>
        </p:nvSpPr>
        <p:spPr>
          <a:xfrm>
            <a:off x="5723778" y="4755316"/>
            <a:ext cx="3108375" cy="291490"/>
          </a:xfrm>
          <a:prstGeom prst="rect">
            <a:avLst/>
          </a:prstGeom>
          <a:solidFill>
            <a:srgbClr val="00B0F0"/>
          </a:solidFill>
        </p:spPr>
        <p:txBody>
          <a:bodyPr wrap="square" lIns="0" tIns="0" rIns="0" bIns="0" rtlCol="0">
            <a:spAutoFit/>
          </a:bodyPr>
          <a:lstStyle/>
          <a:p>
            <a:pPr algn="ctr">
              <a:lnSpc>
                <a:spcPct val="115000"/>
              </a:lnSpc>
              <a:spcBef>
                <a:spcPts val="400"/>
              </a:spcBef>
              <a:spcAft>
                <a:spcPts val="400"/>
              </a:spcAft>
              <a:buSzPct val="100000"/>
            </a:pPr>
            <a:r>
              <a:rPr lang="en-US" b="1" dirty="0">
                <a:solidFill>
                  <a:schemeClr val="bg1"/>
                </a:solidFill>
                <a:latin typeface="Arial" panose="020B0604020202020204" pitchFamily="34" charset="0"/>
                <a:cs typeface="Arial" panose="020B0604020202020204" pitchFamily="34" charset="0"/>
              </a:rPr>
              <a:t>Quality Queries</a:t>
            </a:r>
          </a:p>
        </p:txBody>
      </p:sp>
      <p:sp>
        <p:nvSpPr>
          <p:cNvPr id="36" name="TextBox 35">
            <a:extLst>
              <a:ext uri="{FF2B5EF4-FFF2-40B4-BE49-F238E27FC236}">
                <a16:creationId xmlns:a16="http://schemas.microsoft.com/office/drawing/2014/main" id="{C14C8E50-15E3-8AE4-D310-578CBF8ECF18}"/>
              </a:ext>
            </a:extLst>
          </p:cNvPr>
          <p:cNvSpPr txBox="1"/>
          <p:nvPr/>
        </p:nvSpPr>
        <p:spPr>
          <a:xfrm>
            <a:off x="1236148" y="5302647"/>
            <a:ext cx="3429873" cy="923330"/>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As a standard quality-checking procedure, all submitted interviews uploaded in the portal were subjected to validation on key metrics.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Queries were shared with the field coordinator for review and feedback.</a:t>
            </a:r>
          </a:p>
        </p:txBody>
      </p:sp>
      <p:sp>
        <p:nvSpPr>
          <p:cNvPr id="38" name="TextBox 37">
            <a:extLst>
              <a:ext uri="{FF2B5EF4-FFF2-40B4-BE49-F238E27FC236}">
                <a16:creationId xmlns:a16="http://schemas.microsoft.com/office/drawing/2014/main" id="{E6543E5B-935F-C70A-CAA9-2EAD3B313E41}"/>
              </a:ext>
            </a:extLst>
          </p:cNvPr>
          <p:cNvSpPr txBox="1"/>
          <p:nvPr/>
        </p:nvSpPr>
        <p:spPr>
          <a:xfrm>
            <a:off x="5697503" y="5179318"/>
            <a:ext cx="4918488"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Few mentions in other multi-mention questions.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Self administration by the interviewers.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Duplicate and missing GPS co-ordinates.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Inconsistencies in related questions.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LOI &lt; 50% average.</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Missing telephone numbers and audio recording.</a:t>
            </a:r>
          </a:p>
        </p:txBody>
      </p:sp>
      <p:sp>
        <p:nvSpPr>
          <p:cNvPr id="5" name="TextBox 4">
            <a:extLst>
              <a:ext uri="{FF2B5EF4-FFF2-40B4-BE49-F238E27FC236}">
                <a16:creationId xmlns:a16="http://schemas.microsoft.com/office/drawing/2014/main" id="{78F7DBAD-34DC-C7B1-4AC3-FE400D2C421E}"/>
              </a:ext>
            </a:extLst>
          </p:cNvPr>
          <p:cNvSpPr txBox="1"/>
          <p:nvPr/>
        </p:nvSpPr>
        <p:spPr>
          <a:xfrm>
            <a:off x="8420292" y="1482866"/>
            <a:ext cx="671446" cy="572080"/>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1400" b="1" dirty="0"/>
              <a:t>Average</a:t>
            </a:r>
          </a:p>
          <a:p>
            <a:pPr algn="ctr">
              <a:lnSpc>
                <a:spcPct val="115000"/>
              </a:lnSpc>
              <a:spcBef>
                <a:spcPts val="400"/>
              </a:spcBef>
              <a:spcAft>
                <a:spcPts val="400"/>
              </a:spcAft>
              <a:buSzPct val="100000"/>
            </a:pPr>
            <a:r>
              <a:rPr lang="en-US" sz="1400" b="1" dirty="0"/>
              <a:t>35</a:t>
            </a:r>
          </a:p>
        </p:txBody>
      </p:sp>
      <p:sp>
        <p:nvSpPr>
          <p:cNvPr id="7" name="TextBox 6">
            <a:extLst>
              <a:ext uri="{FF2B5EF4-FFF2-40B4-BE49-F238E27FC236}">
                <a16:creationId xmlns:a16="http://schemas.microsoft.com/office/drawing/2014/main" id="{E0E66C6F-66CA-422C-94B4-CEE93C8DB934}"/>
              </a:ext>
            </a:extLst>
          </p:cNvPr>
          <p:cNvSpPr txBox="1"/>
          <p:nvPr/>
        </p:nvSpPr>
        <p:spPr>
          <a:xfrm>
            <a:off x="9570483" y="1496549"/>
            <a:ext cx="957458" cy="572080"/>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1400" b="1" dirty="0"/>
              <a:t>Maximum</a:t>
            </a:r>
          </a:p>
          <a:p>
            <a:pPr algn="ctr">
              <a:lnSpc>
                <a:spcPct val="115000"/>
              </a:lnSpc>
              <a:spcBef>
                <a:spcPts val="400"/>
              </a:spcBef>
              <a:spcAft>
                <a:spcPts val="400"/>
              </a:spcAft>
              <a:buSzPct val="100000"/>
            </a:pPr>
            <a:r>
              <a:rPr lang="en-US" sz="1400" b="1" dirty="0"/>
              <a:t>44</a:t>
            </a:r>
          </a:p>
        </p:txBody>
      </p:sp>
      <p:sp>
        <p:nvSpPr>
          <p:cNvPr id="8" name="TextBox 7">
            <a:extLst>
              <a:ext uri="{FF2B5EF4-FFF2-40B4-BE49-F238E27FC236}">
                <a16:creationId xmlns:a16="http://schemas.microsoft.com/office/drawing/2014/main" id="{73D7B5F9-040E-7130-FEA1-A40F0FBBD064}"/>
              </a:ext>
            </a:extLst>
          </p:cNvPr>
          <p:cNvSpPr txBox="1"/>
          <p:nvPr/>
        </p:nvSpPr>
        <p:spPr>
          <a:xfrm>
            <a:off x="10697666" y="1482866"/>
            <a:ext cx="793453" cy="589612"/>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1400" b="1" dirty="0"/>
              <a:t>Minimum</a:t>
            </a:r>
          </a:p>
          <a:p>
            <a:pPr algn="ctr">
              <a:lnSpc>
                <a:spcPct val="115000"/>
              </a:lnSpc>
              <a:spcBef>
                <a:spcPts val="400"/>
              </a:spcBef>
              <a:spcAft>
                <a:spcPts val="400"/>
              </a:spcAft>
              <a:buSzPct val="100000"/>
            </a:pPr>
            <a:r>
              <a:rPr lang="en-US" sz="1400" b="1" dirty="0"/>
              <a:t>26</a:t>
            </a:r>
          </a:p>
        </p:txBody>
      </p:sp>
      <p:sp>
        <p:nvSpPr>
          <p:cNvPr id="44" name="TextBox 43">
            <a:extLst>
              <a:ext uri="{FF2B5EF4-FFF2-40B4-BE49-F238E27FC236}">
                <a16:creationId xmlns:a16="http://schemas.microsoft.com/office/drawing/2014/main" id="{269E3560-5926-F756-C5B1-2C5CEA945A70}"/>
              </a:ext>
            </a:extLst>
          </p:cNvPr>
          <p:cNvSpPr txBox="1"/>
          <p:nvPr/>
        </p:nvSpPr>
        <p:spPr>
          <a:xfrm>
            <a:off x="5013907" y="3591254"/>
            <a:ext cx="742063" cy="430887"/>
          </a:xfrm>
          <a:prstGeom prst="rect">
            <a:avLst/>
          </a:prstGeom>
          <a:noFill/>
        </p:spPr>
        <p:txBody>
          <a:bodyPr wrap="square" lIns="0" tIns="0" rIns="0" bIns="0" rtlCol="0">
            <a:spAutoFit/>
          </a:bodyPr>
          <a:lstStyle/>
          <a:p>
            <a:r>
              <a:rPr lang="en-US" sz="1400" b="1" dirty="0"/>
              <a:t>Target</a:t>
            </a:r>
          </a:p>
          <a:p>
            <a:r>
              <a:rPr lang="en-US" sz="1400" b="1" dirty="0"/>
              <a:t>10%</a:t>
            </a:r>
            <a:endParaRPr lang="en-US" sz="1400" dirty="0"/>
          </a:p>
        </p:txBody>
      </p:sp>
      <p:cxnSp>
        <p:nvCxnSpPr>
          <p:cNvPr id="49" name="Straight Arrow Connector 48">
            <a:extLst>
              <a:ext uri="{FF2B5EF4-FFF2-40B4-BE49-F238E27FC236}">
                <a16:creationId xmlns:a16="http://schemas.microsoft.com/office/drawing/2014/main" id="{CD7BEECA-114D-A806-7EFC-CE6B0C43BDBA}"/>
              </a:ext>
            </a:extLst>
          </p:cNvPr>
          <p:cNvCxnSpPr>
            <a:cxnSpLocks/>
          </p:cNvCxnSpPr>
          <p:nvPr/>
        </p:nvCxnSpPr>
        <p:spPr>
          <a:xfrm flipV="1">
            <a:off x="6027935" y="3593044"/>
            <a:ext cx="0" cy="401062"/>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2AFE70F-457C-BFE5-3F6F-85B373AF2B53}"/>
              </a:ext>
            </a:extLst>
          </p:cNvPr>
          <p:cNvSpPr txBox="1"/>
          <p:nvPr/>
        </p:nvSpPr>
        <p:spPr>
          <a:xfrm>
            <a:off x="6219131" y="3723336"/>
            <a:ext cx="742063" cy="215444"/>
          </a:xfrm>
          <a:prstGeom prst="rect">
            <a:avLst/>
          </a:prstGeom>
          <a:noFill/>
        </p:spPr>
        <p:txBody>
          <a:bodyPr wrap="square" lIns="0" tIns="0" rIns="0" bIns="0" rtlCol="0">
            <a:spAutoFit/>
          </a:bodyPr>
          <a:lstStyle/>
          <a:p>
            <a:r>
              <a:rPr lang="en-US" sz="1400" b="1" dirty="0"/>
              <a:t>1%</a:t>
            </a:r>
          </a:p>
        </p:txBody>
      </p:sp>
      <p:sp>
        <p:nvSpPr>
          <p:cNvPr id="17" name="TextBox 16">
            <a:extLst>
              <a:ext uri="{FF2B5EF4-FFF2-40B4-BE49-F238E27FC236}">
                <a16:creationId xmlns:a16="http://schemas.microsoft.com/office/drawing/2014/main" id="{C44DB584-1C8B-7D7F-C872-58AC8531A885}"/>
              </a:ext>
            </a:extLst>
          </p:cNvPr>
          <p:cNvSpPr txBox="1"/>
          <p:nvPr/>
        </p:nvSpPr>
        <p:spPr>
          <a:xfrm>
            <a:off x="595072" y="1642871"/>
            <a:ext cx="569992" cy="425758"/>
          </a:xfrm>
          <a:prstGeom prst="rect">
            <a:avLst/>
          </a:prstGeom>
          <a:noFill/>
        </p:spPr>
        <p:txBody>
          <a:bodyPr wrap="square" lIns="0" tIns="0" rIns="0" bIns="0" rtlCol="0">
            <a:spAutoFit/>
          </a:bodyPr>
          <a:lstStyle/>
          <a:p>
            <a:pPr algn="l">
              <a:spcBef>
                <a:spcPts val="400"/>
              </a:spcBef>
              <a:spcAft>
                <a:spcPts val="400"/>
              </a:spcAft>
              <a:buSzPct val="100000"/>
            </a:pPr>
            <a:r>
              <a:rPr lang="en-US" sz="1050" b="1" dirty="0"/>
              <a:t>Target</a:t>
            </a:r>
          </a:p>
          <a:p>
            <a:pPr algn="l">
              <a:spcBef>
                <a:spcPts val="400"/>
              </a:spcBef>
              <a:spcAft>
                <a:spcPts val="400"/>
              </a:spcAft>
              <a:buSzPct val="100000"/>
            </a:pPr>
            <a:r>
              <a:rPr lang="en-US" sz="1050" b="1" dirty="0"/>
              <a:t>1000</a:t>
            </a:r>
          </a:p>
        </p:txBody>
      </p:sp>
      <p:sp>
        <p:nvSpPr>
          <p:cNvPr id="24" name="TextBox 23">
            <a:extLst>
              <a:ext uri="{FF2B5EF4-FFF2-40B4-BE49-F238E27FC236}">
                <a16:creationId xmlns:a16="http://schemas.microsoft.com/office/drawing/2014/main" id="{C29FAE07-A054-01AE-AC7B-D42E03899E17}"/>
              </a:ext>
            </a:extLst>
          </p:cNvPr>
          <p:cNvSpPr txBox="1"/>
          <p:nvPr/>
        </p:nvSpPr>
        <p:spPr>
          <a:xfrm>
            <a:off x="1965893" y="1637812"/>
            <a:ext cx="569992" cy="425758"/>
          </a:xfrm>
          <a:prstGeom prst="rect">
            <a:avLst/>
          </a:prstGeom>
          <a:noFill/>
        </p:spPr>
        <p:txBody>
          <a:bodyPr wrap="square" lIns="0" tIns="0" rIns="0" bIns="0" rtlCol="0">
            <a:spAutoFit/>
          </a:bodyPr>
          <a:lstStyle/>
          <a:p>
            <a:pPr algn="l">
              <a:spcBef>
                <a:spcPts val="400"/>
              </a:spcBef>
              <a:spcAft>
                <a:spcPts val="400"/>
              </a:spcAft>
              <a:buSzPct val="100000"/>
            </a:pPr>
            <a:r>
              <a:rPr lang="en-US" sz="1050" b="1" dirty="0"/>
              <a:t>Achieved</a:t>
            </a:r>
          </a:p>
          <a:p>
            <a:pPr algn="l">
              <a:spcBef>
                <a:spcPts val="400"/>
              </a:spcBef>
              <a:spcAft>
                <a:spcPts val="400"/>
              </a:spcAft>
              <a:buSzPct val="100000"/>
            </a:pPr>
            <a:r>
              <a:rPr lang="en-US" sz="1050" b="1" dirty="0"/>
              <a:t>1019</a:t>
            </a:r>
          </a:p>
        </p:txBody>
      </p:sp>
      <p:cxnSp>
        <p:nvCxnSpPr>
          <p:cNvPr id="2" name="Straight Arrow Connector 1">
            <a:extLst>
              <a:ext uri="{FF2B5EF4-FFF2-40B4-BE49-F238E27FC236}">
                <a16:creationId xmlns:a16="http://schemas.microsoft.com/office/drawing/2014/main" id="{D6849F8F-D9D6-7186-EF5F-03D70E304BDE}"/>
              </a:ext>
            </a:extLst>
          </p:cNvPr>
          <p:cNvCxnSpPr>
            <a:cxnSpLocks/>
          </p:cNvCxnSpPr>
          <p:nvPr/>
        </p:nvCxnSpPr>
        <p:spPr>
          <a:xfrm flipH="1" flipV="1">
            <a:off x="2835437" y="1642871"/>
            <a:ext cx="4079" cy="397590"/>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375F60-2D3A-3FB0-5716-B24017066730}"/>
              </a:ext>
            </a:extLst>
          </p:cNvPr>
          <p:cNvSpPr txBox="1"/>
          <p:nvPr/>
        </p:nvSpPr>
        <p:spPr>
          <a:xfrm>
            <a:off x="3048757" y="1742969"/>
            <a:ext cx="252688" cy="215444"/>
          </a:xfrm>
          <a:prstGeom prst="rect">
            <a:avLst/>
          </a:prstGeom>
          <a:noFill/>
        </p:spPr>
        <p:txBody>
          <a:bodyPr wrap="square" lIns="0" tIns="0" rIns="0" bIns="0" rtlCol="0">
            <a:spAutoFit/>
          </a:bodyPr>
          <a:lstStyle/>
          <a:p>
            <a:r>
              <a:rPr lang="en-US" sz="1400" b="1" dirty="0"/>
              <a:t>19</a:t>
            </a:r>
          </a:p>
        </p:txBody>
      </p:sp>
      <p:sp>
        <p:nvSpPr>
          <p:cNvPr id="9" name="TextBox 8">
            <a:extLst>
              <a:ext uri="{FF2B5EF4-FFF2-40B4-BE49-F238E27FC236}">
                <a16:creationId xmlns:a16="http://schemas.microsoft.com/office/drawing/2014/main" id="{618A5AAD-3C61-E224-B70E-201BE9C8C399}"/>
              </a:ext>
            </a:extLst>
          </p:cNvPr>
          <p:cNvSpPr txBox="1"/>
          <p:nvPr/>
        </p:nvSpPr>
        <p:spPr>
          <a:xfrm>
            <a:off x="7264570" y="2175363"/>
            <a:ext cx="742063" cy="215444"/>
          </a:xfrm>
          <a:prstGeom prst="rect">
            <a:avLst/>
          </a:prstGeom>
          <a:noFill/>
        </p:spPr>
        <p:txBody>
          <a:bodyPr wrap="square" lIns="0" tIns="0" rIns="0" bIns="0" rtlCol="0">
            <a:spAutoFit/>
          </a:bodyPr>
          <a:lstStyle/>
          <a:p>
            <a:r>
              <a:rPr lang="en-US" sz="1400" b="1" dirty="0"/>
              <a:t>10%</a:t>
            </a:r>
          </a:p>
        </p:txBody>
      </p:sp>
      <p:cxnSp>
        <p:nvCxnSpPr>
          <p:cNvPr id="13" name="Straight Arrow Connector 12">
            <a:extLst>
              <a:ext uri="{FF2B5EF4-FFF2-40B4-BE49-F238E27FC236}">
                <a16:creationId xmlns:a16="http://schemas.microsoft.com/office/drawing/2014/main" id="{156F83CE-A706-5E26-F7D4-DAB30D6C29DA}"/>
              </a:ext>
            </a:extLst>
          </p:cNvPr>
          <p:cNvCxnSpPr>
            <a:cxnSpLocks/>
          </p:cNvCxnSpPr>
          <p:nvPr/>
        </p:nvCxnSpPr>
        <p:spPr>
          <a:xfrm flipV="1">
            <a:off x="7123310" y="2040461"/>
            <a:ext cx="0" cy="401062"/>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A03C169-611E-624B-C4C2-FE829712521F}"/>
              </a:ext>
            </a:extLst>
          </p:cNvPr>
          <p:cNvSpPr txBox="1"/>
          <p:nvPr/>
        </p:nvSpPr>
        <p:spPr>
          <a:xfrm>
            <a:off x="3857523" y="3586781"/>
            <a:ext cx="742063" cy="430887"/>
          </a:xfrm>
          <a:prstGeom prst="rect">
            <a:avLst/>
          </a:prstGeom>
          <a:noFill/>
        </p:spPr>
        <p:txBody>
          <a:bodyPr wrap="square" lIns="0" tIns="0" rIns="0" bIns="0" rtlCol="0">
            <a:spAutoFit/>
          </a:bodyPr>
          <a:lstStyle/>
          <a:p>
            <a:r>
              <a:rPr lang="en-US" sz="1400" b="1" dirty="0"/>
              <a:t>Target</a:t>
            </a:r>
          </a:p>
          <a:p>
            <a:r>
              <a:rPr lang="en-US" sz="1400" b="1" dirty="0"/>
              <a:t>11%</a:t>
            </a:r>
            <a:endParaRPr lang="en-US" sz="1400" dirty="0"/>
          </a:p>
        </p:txBody>
      </p:sp>
    </p:spTree>
    <p:extLst>
      <p:ext uri="{BB962C8B-B14F-4D97-AF65-F5344CB8AC3E}">
        <p14:creationId xmlns:p14="http://schemas.microsoft.com/office/powerpoint/2010/main" val="2238424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345E-370E-9AAE-0CCF-BA8E86A3DDEC}"/>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A903B8AF-BD90-3AB7-324F-F6F94083A59D}"/>
              </a:ext>
            </a:extLst>
          </p:cNvPr>
          <p:cNvSpPr>
            <a:spLocks noGrp="1"/>
          </p:cNvSpPr>
          <p:nvPr>
            <p:ph type="title"/>
          </p:nvPr>
        </p:nvSpPr>
        <p:spPr>
          <a:xfrm>
            <a:off x="2281845" y="228599"/>
            <a:ext cx="7213501" cy="415601"/>
          </a:xfrm>
        </p:spPr>
        <p:txBody>
          <a:bodyPr/>
          <a:lstStyle/>
          <a:p>
            <a:pPr algn="ctr"/>
            <a:r>
              <a:rPr lang="en-GB" sz="3200" dirty="0">
                <a:solidFill>
                  <a:srgbClr val="0070C0"/>
                </a:solidFill>
              </a:rPr>
              <a:t>ACHIEVEMENT PER REGION</a:t>
            </a:r>
          </a:p>
        </p:txBody>
      </p:sp>
      <p:sp>
        <p:nvSpPr>
          <p:cNvPr id="12" name="Parallelogram 2">
            <a:extLst>
              <a:ext uri="{FF2B5EF4-FFF2-40B4-BE49-F238E27FC236}">
                <a16:creationId xmlns:a16="http://schemas.microsoft.com/office/drawing/2014/main" id="{C5A1BA51-67F9-492C-F72A-4A26ED54A0A8}"/>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0E426D8B-94BA-77F2-1B62-59D431A3D84C}"/>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3" name="Rectangle: Single Corner Rounded 12">
            <a:extLst>
              <a:ext uri="{FF2B5EF4-FFF2-40B4-BE49-F238E27FC236}">
                <a16:creationId xmlns:a16="http://schemas.microsoft.com/office/drawing/2014/main" id="{4D2CF5C9-660B-5702-622E-328A40E0E1AD}"/>
              </a:ext>
            </a:extLst>
          </p:cNvPr>
          <p:cNvSpPr/>
          <p:nvPr/>
        </p:nvSpPr>
        <p:spPr>
          <a:xfrm rot="16200000">
            <a:off x="325897" y="3715948"/>
            <a:ext cx="2265374" cy="594360"/>
          </a:xfrm>
          <a:prstGeom prst="round1Rect">
            <a:avLst/>
          </a:prstGeom>
          <a:solidFill>
            <a:schemeClr val="tx2"/>
          </a:solidFill>
        </p:spPr>
        <p:txBody>
          <a:bodyPr vert="horz" lIns="0" tIns="0" rIns="0" bIns="0" rtlCol="0" anchor="ctr">
            <a:normAutofit/>
          </a:bodyPr>
          <a:lstStyle/>
          <a:p>
            <a:pPr algn="ctr">
              <a:spcAft>
                <a:spcPts val="600"/>
              </a:spcAft>
              <a:buSzPct val="100000"/>
            </a:pPr>
            <a:r>
              <a:rPr lang="en-US" b="1" dirty="0">
                <a:solidFill>
                  <a:schemeClr val="bg1"/>
                </a:solidFill>
              </a:rPr>
              <a:t>REGIONS</a:t>
            </a:r>
          </a:p>
        </p:txBody>
      </p:sp>
      <p:graphicFrame>
        <p:nvGraphicFramePr>
          <p:cNvPr id="6" name="Chart 5">
            <a:extLst>
              <a:ext uri="{FF2B5EF4-FFF2-40B4-BE49-F238E27FC236}">
                <a16:creationId xmlns:a16="http://schemas.microsoft.com/office/drawing/2014/main" id="{E08754A7-3F63-E131-4984-21D939378468}"/>
              </a:ext>
            </a:extLst>
          </p:cNvPr>
          <p:cNvGraphicFramePr/>
          <p:nvPr/>
        </p:nvGraphicFramePr>
        <p:xfrm>
          <a:off x="2756681" y="2285668"/>
          <a:ext cx="7776537" cy="411325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AFEB1D86-422B-D486-0A61-337799B548AD}"/>
              </a:ext>
            </a:extLst>
          </p:cNvPr>
          <p:cNvSpPr txBox="1"/>
          <p:nvPr/>
        </p:nvSpPr>
        <p:spPr>
          <a:xfrm>
            <a:off x="332579" y="1276469"/>
            <a:ext cx="11112031" cy="221727"/>
          </a:xfrm>
          <a:prstGeom prst="rect">
            <a:avLst/>
          </a:prstGeom>
          <a:noFill/>
        </p:spPr>
        <p:txBody>
          <a:bodyPr wrap="square" lIns="0" tIns="0" rIns="0" bIns="0" rtlCol="0">
            <a:spAutoFit/>
          </a:bodyPr>
          <a:lstStyle/>
          <a:p>
            <a:pPr marL="285750" indent="-285750" algn="just">
              <a:lnSpc>
                <a:spcPct val="115000"/>
              </a:lnSpc>
              <a:spcBef>
                <a:spcPts val="400"/>
              </a:spcBef>
              <a:spcAft>
                <a:spcPts val="400"/>
              </a:spcAft>
              <a:buSzPct val="100000"/>
              <a:buFont typeface="Wingdings" panose="05000000000000000000" pitchFamily="2" charset="2"/>
              <a:buChar char="q"/>
            </a:pPr>
            <a:r>
              <a:rPr lang="en-US" sz="1400" dirty="0"/>
              <a:t>As illustrated in the charts below, all quotas across all the regions achieved a balanced and representative sample size.</a:t>
            </a:r>
          </a:p>
        </p:txBody>
      </p:sp>
      <p:sp>
        <p:nvSpPr>
          <p:cNvPr id="2" name="Rectangle: Single Corner Rounded 1">
            <a:extLst>
              <a:ext uri="{FF2B5EF4-FFF2-40B4-BE49-F238E27FC236}">
                <a16:creationId xmlns:a16="http://schemas.microsoft.com/office/drawing/2014/main" id="{3637960B-FDEE-4B02-B936-8B3C2D46C856}"/>
              </a:ext>
            </a:extLst>
          </p:cNvPr>
          <p:cNvSpPr/>
          <p:nvPr/>
        </p:nvSpPr>
        <p:spPr>
          <a:xfrm>
            <a:off x="5104292" y="1641407"/>
            <a:ext cx="2265374" cy="594360"/>
          </a:xfrm>
          <a:prstGeom prst="round1Rect">
            <a:avLst/>
          </a:prstGeom>
          <a:solidFill>
            <a:schemeClr val="tx2"/>
          </a:solidFill>
        </p:spPr>
        <p:txBody>
          <a:bodyPr vert="horz" lIns="0" tIns="0" rIns="0" bIns="0" rtlCol="0" anchor="ctr">
            <a:normAutofit/>
          </a:bodyPr>
          <a:lstStyle/>
          <a:p>
            <a:pPr algn="ctr">
              <a:spcAft>
                <a:spcPts val="600"/>
              </a:spcAft>
              <a:buSzPct val="100000"/>
            </a:pPr>
            <a:r>
              <a:rPr lang="en-US" b="1" dirty="0">
                <a:solidFill>
                  <a:schemeClr val="bg1"/>
                </a:solidFill>
              </a:rPr>
              <a:t>Achievements</a:t>
            </a:r>
          </a:p>
        </p:txBody>
      </p:sp>
    </p:spTree>
    <p:extLst>
      <p:ext uri="{BB962C8B-B14F-4D97-AF65-F5344CB8AC3E}">
        <p14:creationId xmlns:p14="http://schemas.microsoft.com/office/powerpoint/2010/main" val="2158975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11B0-9936-FF26-5BFB-1F57814556ED}"/>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A9E58743-2319-0229-CE7F-FB735311C0DB}"/>
              </a:ext>
            </a:extLst>
          </p:cNvPr>
          <p:cNvSpPr>
            <a:spLocks noGrp="1"/>
          </p:cNvSpPr>
          <p:nvPr>
            <p:ph type="title"/>
          </p:nvPr>
        </p:nvSpPr>
        <p:spPr>
          <a:xfrm>
            <a:off x="2281845" y="228599"/>
            <a:ext cx="7213501" cy="415601"/>
          </a:xfrm>
        </p:spPr>
        <p:txBody>
          <a:bodyPr/>
          <a:lstStyle/>
          <a:p>
            <a:pPr algn="ctr"/>
            <a:r>
              <a:rPr lang="en-GB" sz="3200" dirty="0">
                <a:solidFill>
                  <a:srgbClr val="0070C0"/>
                </a:solidFill>
              </a:rPr>
              <a:t>ACHIEVEMENT PER INTERVIEWER</a:t>
            </a:r>
          </a:p>
        </p:txBody>
      </p:sp>
      <p:sp>
        <p:nvSpPr>
          <p:cNvPr id="12" name="Parallelogram 2">
            <a:extLst>
              <a:ext uri="{FF2B5EF4-FFF2-40B4-BE49-F238E27FC236}">
                <a16:creationId xmlns:a16="http://schemas.microsoft.com/office/drawing/2014/main" id="{6AB0F7A6-9A25-23D5-656F-08B269B51090}"/>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BECFB824-16E6-DD73-4F96-AD595E006F29}"/>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graphicFrame>
        <p:nvGraphicFramePr>
          <p:cNvPr id="9" name="Chart 8">
            <a:extLst>
              <a:ext uri="{FF2B5EF4-FFF2-40B4-BE49-F238E27FC236}">
                <a16:creationId xmlns:a16="http://schemas.microsoft.com/office/drawing/2014/main" id="{851E54F4-7E18-BEAD-01A6-54AEB58FA214}"/>
              </a:ext>
            </a:extLst>
          </p:cNvPr>
          <p:cNvGraphicFramePr/>
          <p:nvPr>
            <p:extLst>
              <p:ext uri="{D42A27DB-BD31-4B8C-83A1-F6EECF244321}">
                <p14:modId xmlns:p14="http://schemas.microsoft.com/office/powerpoint/2010/main" val="2066573184"/>
              </p:ext>
            </p:extLst>
          </p:nvPr>
        </p:nvGraphicFramePr>
        <p:xfrm>
          <a:off x="533440" y="2572231"/>
          <a:ext cx="11109273" cy="3579187"/>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AA1FA6A2-9D26-0183-5B4E-213987917DD3}"/>
              </a:ext>
            </a:extLst>
          </p:cNvPr>
          <p:cNvSpPr txBox="1"/>
          <p:nvPr/>
        </p:nvSpPr>
        <p:spPr>
          <a:xfrm>
            <a:off x="533440" y="1436019"/>
            <a:ext cx="11109273" cy="822272"/>
          </a:xfrm>
          <a:prstGeom prst="rect">
            <a:avLst/>
          </a:prstGeom>
          <a:noFill/>
        </p:spPr>
        <p:txBody>
          <a:bodyPr wrap="square" lIns="0" tIns="0" rIns="0" bIns="0" rtlCol="0">
            <a:spAutoFit/>
          </a:bodyPr>
          <a:lstStyle/>
          <a:p>
            <a:pPr marL="285750" indent="-285750" algn="just">
              <a:lnSpc>
                <a:spcPct val="115000"/>
              </a:lnSpc>
              <a:spcBef>
                <a:spcPts val="400"/>
              </a:spcBef>
              <a:spcAft>
                <a:spcPts val="400"/>
              </a:spcAft>
              <a:buSzPct val="100000"/>
              <a:buFont typeface="Wingdings" panose="05000000000000000000" pitchFamily="2" charset="2"/>
              <a:buChar char="q"/>
            </a:pPr>
            <a:r>
              <a:rPr lang="en-US" sz="1400" dirty="0">
                <a:latin typeface="Arial" panose="020B0604020202020204" pitchFamily="34" charset="0"/>
                <a:cs typeface="Arial" panose="020B0604020202020204" pitchFamily="34" charset="0"/>
              </a:rPr>
              <a:t>The graph depicts interviewer productivity, showing a range from the highest number of interviews conducted at </a:t>
            </a:r>
            <a:r>
              <a:rPr lang="en-US" sz="1400" b="1" dirty="0">
                <a:latin typeface="Arial" panose="020B0604020202020204" pitchFamily="34" charset="0"/>
                <a:cs typeface="Arial" panose="020B0604020202020204" pitchFamily="34" charset="0"/>
              </a:rPr>
              <a:t>61 (sixty-one)</a:t>
            </a:r>
            <a:r>
              <a:rPr lang="en-US" sz="1400" dirty="0">
                <a:latin typeface="Arial" panose="020B0604020202020204" pitchFamily="34" charset="0"/>
                <a:cs typeface="Arial" panose="020B0604020202020204" pitchFamily="34" charset="0"/>
              </a:rPr>
              <a:t> to the lowest at </a:t>
            </a:r>
            <a:r>
              <a:rPr lang="en-US" sz="1400" b="1" dirty="0">
                <a:latin typeface="Arial" panose="020B0604020202020204" pitchFamily="34" charset="0"/>
                <a:cs typeface="Arial" panose="020B0604020202020204" pitchFamily="34" charset="0"/>
              </a:rPr>
              <a:t>1 (one).</a:t>
            </a:r>
          </a:p>
          <a:p>
            <a:pPr marL="285750" indent="-285750" algn="just">
              <a:lnSpc>
                <a:spcPct val="115000"/>
              </a:lnSpc>
              <a:spcBef>
                <a:spcPts val="400"/>
              </a:spcBef>
              <a:spcAft>
                <a:spcPts val="400"/>
              </a:spcAft>
              <a:buSzPct val="100000"/>
              <a:buFont typeface="Wingdings" panose="05000000000000000000" pitchFamily="2" charset="2"/>
              <a:buChar char="q"/>
            </a:pPr>
            <a:r>
              <a:rPr lang="en-US" sz="1400" dirty="0">
                <a:latin typeface="Arial" panose="020B0604020202020204" pitchFamily="34" charset="0"/>
                <a:cs typeface="Arial" panose="020B0604020202020204" pitchFamily="34" charset="0"/>
              </a:rPr>
              <a:t>The average length of interview (LOI) differs widely, with averages ranging from </a:t>
            </a:r>
            <a:r>
              <a:rPr lang="en-US" sz="1400" b="1" dirty="0">
                <a:latin typeface="Arial" panose="020B0604020202020204" pitchFamily="34" charset="0"/>
                <a:cs typeface="Arial" panose="020B0604020202020204" pitchFamily="34" charset="0"/>
              </a:rPr>
              <a:t>44 (forty-four)</a:t>
            </a:r>
            <a:r>
              <a:rPr lang="en-US" sz="1400" dirty="0">
                <a:latin typeface="Arial" panose="020B0604020202020204" pitchFamily="34" charset="0"/>
                <a:cs typeface="Arial" panose="020B0604020202020204" pitchFamily="34" charset="0"/>
              </a:rPr>
              <a:t> minutes to </a:t>
            </a:r>
            <a:r>
              <a:rPr lang="en-US" sz="1400" b="1" dirty="0">
                <a:latin typeface="Arial" panose="020B0604020202020204" pitchFamily="34" charset="0"/>
                <a:cs typeface="Arial" panose="020B0604020202020204" pitchFamily="34" charset="0"/>
              </a:rPr>
              <a:t>26 (twenty-six)</a:t>
            </a:r>
            <a:r>
              <a:rPr lang="en-US" sz="1400" dirty="0">
                <a:latin typeface="Arial" panose="020B0604020202020204" pitchFamily="34" charset="0"/>
                <a:cs typeface="Arial" panose="020B0604020202020204" pitchFamily="34" charset="0"/>
              </a:rPr>
              <a:t> minutes.</a:t>
            </a:r>
          </a:p>
        </p:txBody>
      </p:sp>
    </p:spTree>
    <p:extLst>
      <p:ext uri="{BB962C8B-B14F-4D97-AF65-F5344CB8AC3E}">
        <p14:creationId xmlns:p14="http://schemas.microsoft.com/office/powerpoint/2010/main" val="3890834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43727-8647-24DC-A7F8-B607F7F849FE}"/>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9A51D800-9746-E1CD-D159-C9DFC0359D97}"/>
              </a:ext>
            </a:extLst>
          </p:cNvPr>
          <p:cNvSpPr>
            <a:spLocks noGrp="1"/>
          </p:cNvSpPr>
          <p:nvPr>
            <p:ph type="title"/>
          </p:nvPr>
        </p:nvSpPr>
        <p:spPr>
          <a:xfrm>
            <a:off x="1734062" y="425351"/>
            <a:ext cx="7948022" cy="365760"/>
          </a:xfrm>
        </p:spPr>
        <p:txBody>
          <a:bodyPr/>
          <a:lstStyle/>
          <a:p>
            <a:pPr algn="ctr"/>
            <a:r>
              <a:rPr lang="en-GB" dirty="0">
                <a:solidFill>
                  <a:srgbClr val="0070C0"/>
                </a:solidFill>
              </a:rPr>
              <a:t>FIELDWORK AND  QUALITY CHECKS</a:t>
            </a:r>
          </a:p>
        </p:txBody>
      </p:sp>
      <p:sp>
        <p:nvSpPr>
          <p:cNvPr id="12" name="Parallelogram 2">
            <a:extLst>
              <a:ext uri="{FF2B5EF4-FFF2-40B4-BE49-F238E27FC236}">
                <a16:creationId xmlns:a16="http://schemas.microsoft.com/office/drawing/2014/main" id="{013C54DE-C772-8CA6-23AF-A82156F19093}"/>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E1E36FB7-04D6-348F-9FAF-F7B6C1796826}"/>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5" name="TextBox 14">
            <a:extLst>
              <a:ext uri="{FF2B5EF4-FFF2-40B4-BE49-F238E27FC236}">
                <a16:creationId xmlns:a16="http://schemas.microsoft.com/office/drawing/2014/main" id="{977415CE-A28D-F23B-D2D6-A15A48152304}"/>
              </a:ext>
            </a:extLst>
          </p:cNvPr>
          <p:cNvSpPr txBox="1"/>
          <p:nvPr/>
        </p:nvSpPr>
        <p:spPr>
          <a:xfrm>
            <a:off x="4066746" y="3155364"/>
            <a:ext cx="7093773" cy="1072538"/>
          </a:xfrm>
          <a:prstGeom prst="rect">
            <a:avLst/>
          </a:prstGeom>
          <a:noFill/>
        </p:spPr>
        <p:txBody>
          <a:bodyPr wrap="square" lIns="0" tIns="0" rIns="0" bIns="0" rtlCol="0">
            <a:spAutoFit/>
          </a:bodyPr>
          <a:lstStyle/>
          <a:p>
            <a:pPr marL="285750" indent="-285750">
              <a:lnSpc>
                <a:spcPct val="115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Wholesomely, the Quality Control (QC) team managed to check </a:t>
            </a:r>
            <a:r>
              <a:rPr lang="en-US" sz="1400" u="sng" dirty="0">
                <a:latin typeface="Arial" panose="020B0604020202020204" pitchFamily="34" charset="0"/>
                <a:cs typeface="Arial" panose="020B0604020202020204" pitchFamily="34" charset="0"/>
              </a:rPr>
              <a:t>key metrics</a:t>
            </a:r>
            <a:r>
              <a:rPr lang="en-US" sz="1400" dirty="0">
                <a:latin typeface="Arial" panose="020B0604020202020204" pitchFamily="34" charset="0"/>
                <a:cs typeface="Arial" panose="020B0604020202020204" pitchFamily="34" charset="0"/>
              </a:rPr>
              <a:t> on </a:t>
            </a:r>
            <a:r>
              <a:rPr lang="en-US" sz="1400" b="1" dirty="0">
                <a:latin typeface="Arial" panose="020B0604020202020204" pitchFamily="34" charset="0"/>
                <a:cs typeface="Arial" panose="020B0604020202020204" pitchFamily="34" charset="0"/>
              </a:rPr>
              <a:t>100% </a:t>
            </a:r>
            <a:r>
              <a:rPr lang="en-US" sz="1400" dirty="0">
                <a:latin typeface="Arial" panose="020B0604020202020204" pitchFamily="34" charset="0"/>
                <a:cs typeface="Arial" panose="020B0604020202020204" pitchFamily="34" charset="0"/>
              </a:rPr>
              <a:t>of submitted interviews.</a:t>
            </a:r>
          </a:p>
          <a:p>
            <a:pPr marL="285750" indent="-285750">
              <a:lnSpc>
                <a:spcPct val="115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This was by conducting in-depth checks, audio listen-ins, and field and telephonic back-checks.</a:t>
            </a:r>
          </a:p>
        </p:txBody>
      </p:sp>
      <p:pic>
        <p:nvPicPr>
          <p:cNvPr id="16" name="Picture 15">
            <a:extLst>
              <a:ext uri="{FF2B5EF4-FFF2-40B4-BE49-F238E27FC236}">
                <a16:creationId xmlns:a16="http://schemas.microsoft.com/office/drawing/2014/main" id="{7C8DAA81-1328-C25C-A31D-ACCBC3918177}"/>
              </a:ext>
            </a:extLst>
          </p:cNvPr>
          <p:cNvPicPr>
            <a:picLocks noChangeAspect="1"/>
          </p:cNvPicPr>
          <p:nvPr/>
        </p:nvPicPr>
        <p:blipFill>
          <a:blip r:embed="rId2"/>
          <a:stretch>
            <a:fillRect/>
          </a:stretch>
        </p:blipFill>
        <p:spPr>
          <a:xfrm flipH="1">
            <a:off x="2428263" y="4661893"/>
            <a:ext cx="1031184" cy="1031184"/>
          </a:xfrm>
          <a:prstGeom prst="rect">
            <a:avLst/>
          </a:prstGeom>
        </p:spPr>
      </p:pic>
      <p:sp>
        <p:nvSpPr>
          <p:cNvPr id="6" name="TextBox 5">
            <a:extLst>
              <a:ext uri="{FF2B5EF4-FFF2-40B4-BE49-F238E27FC236}">
                <a16:creationId xmlns:a16="http://schemas.microsoft.com/office/drawing/2014/main" id="{A70D39ED-D536-DE28-DD0A-B9FF76018CF9}"/>
              </a:ext>
            </a:extLst>
          </p:cNvPr>
          <p:cNvSpPr txBox="1"/>
          <p:nvPr/>
        </p:nvSpPr>
        <p:spPr>
          <a:xfrm>
            <a:off x="574968" y="2145305"/>
            <a:ext cx="1031185" cy="299826"/>
          </a:xfrm>
          <a:prstGeom prst="rect">
            <a:avLst/>
          </a:prstGeom>
          <a:solidFill>
            <a:schemeClr val="bg1"/>
          </a:solidFill>
        </p:spPr>
        <p:txBody>
          <a:bodyPr wrap="square" lIns="0" tIns="0" rIns="0" bIns="0" rtlCol="0">
            <a:spAutoFit/>
          </a:bodyPr>
          <a:lstStyle>
            <a:defPPr>
              <a:defRPr lang="fr-FR"/>
            </a:defPPr>
            <a:lvl1pPr algn="ctr">
              <a:lnSpc>
                <a:spcPct val="115000"/>
              </a:lnSpc>
              <a:spcBef>
                <a:spcPts val="400"/>
              </a:spcBef>
              <a:spcAft>
                <a:spcPts val="400"/>
              </a:spcAft>
              <a:buSzPct val="100000"/>
              <a:defRPr b="1">
                <a:latin typeface="Arial" panose="020B0604020202020204" pitchFamily="34" charset="0"/>
                <a:cs typeface="Arial" panose="020B0604020202020204" pitchFamily="34" charset="0"/>
              </a:defRPr>
            </a:lvl1pPr>
          </a:lstStyle>
          <a:p>
            <a:pPr algn="l"/>
            <a:r>
              <a:rPr lang="en-US" dirty="0">
                <a:solidFill>
                  <a:srgbClr val="0070C0"/>
                </a:solidFill>
                <a:latin typeface="Calibri" panose="020F0502020204030204" pitchFamily="34" charset="0"/>
                <a:ea typeface="Calibri" panose="020F0502020204030204" pitchFamily="34" charset="0"/>
                <a:cs typeface="Calibri" panose="020F0502020204030204" pitchFamily="34" charset="0"/>
              </a:rPr>
              <a:t>Fieldwork</a:t>
            </a:r>
          </a:p>
        </p:txBody>
      </p:sp>
      <p:sp>
        <p:nvSpPr>
          <p:cNvPr id="8" name="TextBox 7">
            <a:extLst>
              <a:ext uri="{FF2B5EF4-FFF2-40B4-BE49-F238E27FC236}">
                <a16:creationId xmlns:a16="http://schemas.microsoft.com/office/drawing/2014/main" id="{A55C3CB6-5501-36A8-69B6-E8735AF3BC59}"/>
              </a:ext>
            </a:extLst>
          </p:cNvPr>
          <p:cNvSpPr txBox="1"/>
          <p:nvPr/>
        </p:nvSpPr>
        <p:spPr>
          <a:xfrm>
            <a:off x="4066746" y="1919432"/>
            <a:ext cx="3861987" cy="577017"/>
          </a:xfrm>
          <a:prstGeom prst="rect">
            <a:avLst/>
          </a:prstGeom>
          <a:noFill/>
        </p:spPr>
        <p:txBody>
          <a:bodyPr wrap="square" lIns="0" tIns="0" rIns="0" bIns="0" rtlCol="0">
            <a:spAutoFit/>
          </a:bodyPr>
          <a:lstStyle/>
          <a:p>
            <a:pPr marL="285750" indent="-285750" algn="l">
              <a:lnSpc>
                <a:spcPct val="115000"/>
              </a:lnSpc>
              <a:spcBef>
                <a:spcPts val="400"/>
              </a:spcBef>
              <a:spcAft>
                <a:spcPts val="400"/>
              </a:spcAft>
              <a:buSzPct val="100000"/>
              <a:buFont typeface="Arial" panose="020B0604020202020204" pitchFamily="34" charset="0"/>
              <a:buChar char="•"/>
            </a:pPr>
            <a:r>
              <a:rPr lang="en-US" sz="1400" b="1" dirty="0">
                <a:latin typeface="Arial" panose="020B0604020202020204" pitchFamily="34" charset="0"/>
                <a:cs typeface="Arial" panose="020B0604020202020204" pitchFamily="34" charset="0"/>
              </a:rPr>
              <a:t>Start date</a:t>
            </a:r>
            <a:r>
              <a:rPr lang="en-US" sz="1400" dirty="0">
                <a:latin typeface="Arial" panose="020B0604020202020204" pitchFamily="34" charset="0"/>
                <a:cs typeface="Arial" panose="020B0604020202020204" pitchFamily="34" charset="0"/>
              </a:rPr>
              <a:t>:13</a:t>
            </a:r>
            <a:r>
              <a:rPr lang="en-US" sz="1400" baseline="30000" dirty="0">
                <a:latin typeface="Arial" panose="020B0604020202020204" pitchFamily="34" charset="0"/>
                <a:cs typeface="Arial" panose="020B0604020202020204" pitchFamily="34" charset="0"/>
              </a:rPr>
              <a:t>th</a:t>
            </a:r>
            <a:r>
              <a:rPr lang="en-US" sz="1400" dirty="0">
                <a:latin typeface="Arial" panose="020B0604020202020204" pitchFamily="34" charset="0"/>
                <a:cs typeface="Arial" panose="020B0604020202020204" pitchFamily="34" charset="0"/>
              </a:rPr>
              <a:t>, November 2024. </a:t>
            </a:r>
          </a:p>
          <a:p>
            <a:pPr marL="285750" indent="-285750" algn="l">
              <a:lnSpc>
                <a:spcPct val="115000"/>
              </a:lnSpc>
              <a:spcBef>
                <a:spcPts val="400"/>
              </a:spcBef>
              <a:spcAft>
                <a:spcPts val="400"/>
              </a:spcAft>
              <a:buSzPct val="100000"/>
              <a:buFont typeface="Arial" panose="020B0604020202020204" pitchFamily="34" charset="0"/>
              <a:buChar char="•"/>
            </a:pPr>
            <a:r>
              <a:rPr lang="en-US" sz="1400" b="1" dirty="0">
                <a:latin typeface="Arial" panose="020B0604020202020204" pitchFamily="34" charset="0"/>
                <a:cs typeface="Arial" panose="020B0604020202020204" pitchFamily="34" charset="0"/>
              </a:rPr>
              <a:t>End date</a:t>
            </a:r>
            <a:r>
              <a:rPr lang="en-US" sz="1400" dirty="0">
                <a:latin typeface="Arial" panose="020B0604020202020204" pitchFamily="34" charset="0"/>
                <a:cs typeface="Arial" panose="020B0604020202020204" pitchFamily="34" charset="0"/>
              </a:rPr>
              <a:t>: 01</a:t>
            </a:r>
            <a:r>
              <a:rPr lang="en-US" sz="1400" baseline="30000" dirty="0">
                <a:latin typeface="Arial" panose="020B0604020202020204" pitchFamily="34" charset="0"/>
                <a:cs typeface="Arial" panose="020B0604020202020204" pitchFamily="34" charset="0"/>
              </a:rPr>
              <a:t>st</a:t>
            </a:r>
            <a:r>
              <a:rPr lang="en-US" sz="1400" dirty="0">
                <a:latin typeface="Arial" panose="020B0604020202020204" pitchFamily="34" charset="0"/>
                <a:cs typeface="Arial" panose="020B0604020202020204" pitchFamily="34" charset="0"/>
              </a:rPr>
              <a:t>, December 2024.</a:t>
            </a:r>
          </a:p>
        </p:txBody>
      </p:sp>
      <p:pic>
        <p:nvPicPr>
          <p:cNvPr id="1026" name="Picture 2" descr="10,300+ Map Pinpoint Stock Illustrations, Royalty-Free Vector Graphics &amp;  Clip Art - iStock | Map pinpoint icon, Map pinpoint vector">
            <a:extLst>
              <a:ext uri="{FF2B5EF4-FFF2-40B4-BE49-F238E27FC236}">
                <a16:creationId xmlns:a16="http://schemas.microsoft.com/office/drawing/2014/main" id="{39DDFA58-ACB5-C8D7-5C5C-7404222954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1064" y="1667694"/>
            <a:ext cx="1031185" cy="103118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BC7C70B-3E06-4443-3BE8-36D4E72F98BC}"/>
              </a:ext>
            </a:extLst>
          </p:cNvPr>
          <p:cNvSpPr txBox="1"/>
          <p:nvPr/>
        </p:nvSpPr>
        <p:spPr>
          <a:xfrm>
            <a:off x="4066746" y="4670097"/>
            <a:ext cx="6739799" cy="1072535"/>
          </a:xfrm>
          <a:prstGeom prst="rect">
            <a:avLst/>
          </a:prstGeom>
          <a:noFill/>
        </p:spPr>
        <p:txBody>
          <a:bodyPr wrap="square" lIns="0" tIns="0" rIns="0" bIns="0" rtlCol="0">
            <a:spAutoFit/>
          </a:bodyPr>
          <a:lstStyle/>
          <a:p>
            <a:pPr marL="285750" indent="-285750">
              <a:lnSpc>
                <a:spcPct val="115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Quotas were successfully met across all sampling points, ensuring representation of entire population in all the regions.</a:t>
            </a:r>
          </a:p>
          <a:p>
            <a:pPr marL="285750" indent="-285750">
              <a:lnSpc>
                <a:spcPct val="115000"/>
              </a:lnSpc>
              <a:spcBef>
                <a:spcPts val="400"/>
              </a:spcBef>
              <a:spcAft>
                <a:spcPts val="400"/>
              </a:spcAft>
              <a:buSzPct val="100000"/>
              <a:buFont typeface="Arial" panose="020B0604020202020204" pitchFamily="34" charset="0"/>
              <a:buChar char="•"/>
            </a:pPr>
            <a:r>
              <a:rPr lang="en-US" sz="1400" dirty="0">
                <a:latin typeface="Arial" panose="020B0604020202020204" pitchFamily="34" charset="0"/>
                <a:cs typeface="Arial" panose="020B0604020202020204" pitchFamily="34" charset="0"/>
              </a:rPr>
              <a:t>Approval was pegged on all the interviews adhering  to the established Quality Control metrics.</a:t>
            </a:r>
          </a:p>
        </p:txBody>
      </p:sp>
      <p:cxnSp>
        <p:nvCxnSpPr>
          <p:cNvPr id="21" name="Straight Connector 20">
            <a:extLst>
              <a:ext uri="{FF2B5EF4-FFF2-40B4-BE49-F238E27FC236}">
                <a16:creationId xmlns:a16="http://schemas.microsoft.com/office/drawing/2014/main" id="{24681E68-DA32-F5FE-5078-AF3B3F266F6D}"/>
              </a:ext>
            </a:extLst>
          </p:cNvPr>
          <p:cNvCxnSpPr>
            <a:cxnSpLocks/>
          </p:cNvCxnSpPr>
          <p:nvPr/>
        </p:nvCxnSpPr>
        <p:spPr>
          <a:xfrm>
            <a:off x="1816643" y="2818470"/>
            <a:ext cx="8558714"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0B68E16-FFBB-8857-F00A-7F94B160C636}"/>
              </a:ext>
            </a:extLst>
          </p:cNvPr>
          <p:cNvCxnSpPr>
            <a:cxnSpLocks/>
          </p:cNvCxnSpPr>
          <p:nvPr/>
        </p:nvCxnSpPr>
        <p:spPr>
          <a:xfrm>
            <a:off x="1816643" y="4335212"/>
            <a:ext cx="8558714"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A6DB6DA-661E-58AB-79C8-B20D1C0FF898}"/>
              </a:ext>
            </a:extLst>
          </p:cNvPr>
          <p:cNvSpPr txBox="1"/>
          <p:nvPr/>
        </p:nvSpPr>
        <p:spPr>
          <a:xfrm>
            <a:off x="95969" y="3467312"/>
            <a:ext cx="1640163" cy="299826"/>
          </a:xfrm>
          <a:prstGeom prst="rect">
            <a:avLst/>
          </a:prstGeom>
          <a:solidFill>
            <a:schemeClr val="bg1"/>
          </a:solidFill>
        </p:spPr>
        <p:txBody>
          <a:bodyPr wrap="square" lIns="0" tIns="0" rIns="0" bIns="0" rtlCol="0">
            <a:spAutoFit/>
          </a:bodyPr>
          <a:lstStyle>
            <a:defPPr>
              <a:defRPr lang="fr-FR"/>
            </a:defPPr>
            <a:lvl1pPr algn="ctr">
              <a:lnSpc>
                <a:spcPct val="115000"/>
              </a:lnSpc>
              <a:spcBef>
                <a:spcPts val="400"/>
              </a:spcBef>
              <a:spcAft>
                <a:spcPts val="400"/>
              </a:spcAft>
              <a:buSzPct val="100000"/>
              <a:defRPr b="1">
                <a:latin typeface="Arial" panose="020B0604020202020204" pitchFamily="34" charset="0"/>
                <a:cs typeface="Arial" panose="020B0604020202020204" pitchFamily="34" charset="0"/>
              </a:defRPr>
            </a:lvl1pPr>
          </a:lstStyle>
          <a:p>
            <a:pPr algn="l"/>
            <a:r>
              <a:rPr lang="en-US" dirty="0">
                <a:solidFill>
                  <a:srgbClr val="0070C0"/>
                </a:solidFill>
                <a:latin typeface="Calibri" panose="020F0502020204030204" pitchFamily="34" charset="0"/>
                <a:ea typeface="Calibri" panose="020F0502020204030204" pitchFamily="34" charset="0"/>
                <a:cs typeface="Calibri" panose="020F0502020204030204" pitchFamily="34" charset="0"/>
              </a:rPr>
              <a:t>Quality Checking</a:t>
            </a:r>
          </a:p>
        </p:txBody>
      </p:sp>
      <p:sp>
        <p:nvSpPr>
          <p:cNvPr id="27" name="TextBox 26">
            <a:extLst>
              <a:ext uri="{FF2B5EF4-FFF2-40B4-BE49-F238E27FC236}">
                <a16:creationId xmlns:a16="http://schemas.microsoft.com/office/drawing/2014/main" id="{4F8B4E73-710B-8E3F-6FA3-44DCC6879E2E}"/>
              </a:ext>
            </a:extLst>
          </p:cNvPr>
          <p:cNvSpPr txBox="1"/>
          <p:nvPr/>
        </p:nvSpPr>
        <p:spPr>
          <a:xfrm>
            <a:off x="574967" y="4877659"/>
            <a:ext cx="1031185" cy="299826"/>
          </a:xfrm>
          <a:prstGeom prst="rect">
            <a:avLst/>
          </a:prstGeom>
          <a:solidFill>
            <a:schemeClr val="bg1"/>
          </a:solidFill>
        </p:spPr>
        <p:txBody>
          <a:bodyPr wrap="square" lIns="0" tIns="0" rIns="0" bIns="0" rtlCol="0">
            <a:spAutoFit/>
          </a:bodyPr>
          <a:lstStyle>
            <a:defPPr>
              <a:defRPr lang="fr-FR"/>
            </a:defPPr>
            <a:lvl1pPr algn="ctr">
              <a:lnSpc>
                <a:spcPct val="115000"/>
              </a:lnSpc>
              <a:spcBef>
                <a:spcPts val="400"/>
              </a:spcBef>
              <a:spcAft>
                <a:spcPts val="400"/>
              </a:spcAft>
              <a:buSzPct val="100000"/>
              <a:defRPr b="1">
                <a:latin typeface="Arial" panose="020B0604020202020204" pitchFamily="34" charset="0"/>
                <a:cs typeface="Arial" panose="020B0604020202020204" pitchFamily="34" charset="0"/>
              </a:defRPr>
            </a:lvl1pPr>
          </a:lstStyle>
          <a:p>
            <a:pPr algn="l"/>
            <a:r>
              <a:rPr lang="en-US" dirty="0">
                <a:solidFill>
                  <a:srgbClr val="0070C0"/>
                </a:solidFill>
                <a:latin typeface="Calibri" panose="020F0502020204030204" pitchFamily="34" charset="0"/>
                <a:ea typeface="Calibri" panose="020F0502020204030204" pitchFamily="34" charset="0"/>
                <a:cs typeface="Calibri" panose="020F0502020204030204" pitchFamily="34" charset="0"/>
              </a:rPr>
              <a:t>Approval</a:t>
            </a:r>
          </a:p>
        </p:txBody>
      </p:sp>
      <p:sp>
        <p:nvSpPr>
          <p:cNvPr id="28" name="Arrow: Curved Down 27">
            <a:extLst>
              <a:ext uri="{FF2B5EF4-FFF2-40B4-BE49-F238E27FC236}">
                <a16:creationId xmlns:a16="http://schemas.microsoft.com/office/drawing/2014/main" id="{B7984181-1BB5-D0AA-B00E-15BBF7FBF011}"/>
              </a:ext>
            </a:extLst>
          </p:cNvPr>
          <p:cNvSpPr/>
          <p:nvPr/>
        </p:nvSpPr>
        <p:spPr>
          <a:xfrm rot="5400000">
            <a:off x="7183454" y="1991925"/>
            <a:ext cx="696607" cy="551622"/>
          </a:xfrm>
          <a:prstGeom prst="curvedDownArrow">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lnSpc>
                <a:spcPct val="115000"/>
              </a:lnSpc>
              <a:spcBef>
                <a:spcPts val="400"/>
              </a:spcBef>
              <a:spcAft>
                <a:spcPts val="400"/>
              </a:spcAft>
            </a:pPr>
            <a:endParaRPr lang="en-US" sz="1200" dirty="0">
              <a:solidFill>
                <a:srgbClr val="1DAFAD"/>
              </a:solidFill>
              <a:highlight>
                <a:srgbClr val="2DB574"/>
              </a:highlight>
            </a:endParaRPr>
          </a:p>
        </p:txBody>
      </p:sp>
      <p:sp>
        <p:nvSpPr>
          <p:cNvPr id="29" name="TextBox 28">
            <a:extLst>
              <a:ext uri="{FF2B5EF4-FFF2-40B4-BE49-F238E27FC236}">
                <a16:creationId xmlns:a16="http://schemas.microsoft.com/office/drawing/2014/main" id="{D7204EC6-3A5F-0207-3E0C-5E64C7EEA9F5}"/>
              </a:ext>
            </a:extLst>
          </p:cNvPr>
          <p:cNvSpPr txBox="1"/>
          <p:nvPr/>
        </p:nvSpPr>
        <p:spPr>
          <a:xfrm>
            <a:off x="7928733" y="2053010"/>
            <a:ext cx="765101" cy="253403"/>
          </a:xfrm>
          <a:prstGeom prst="rect">
            <a:avLst/>
          </a:prstGeom>
          <a:noFill/>
        </p:spPr>
        <p:txBody>
          <a:bodyPr wrap="square" lIns="0" tIns="0" rIns="0" bIns="0" rtlCol="0">
            <a:spAutoFit/>
          </a:bodyPr>
          <a:lstStyle/>
          <a:p>
            <a:pPr algn="l">
              <a:lnSpc>
                <a:spcPct val="115000"/>
              </a:lnSpc>
              <a:spcBef>
                <a:spcPts val="400"/>
              </a:spcBef>
              <a:spcAft>
                <a:spcPts val="400"/>
              </a:spcAft>
              <a:buSzPct val="100000"/>
            </a:pPr>
            <a:r>
              <a:rPr lang="en-US" sz="1600" b="1" dirty="0">
                <a:solidFill>
                  <a:schemeClr val="tx2"/>
                </a:solidFill>
              </a:rPr>
              <a:t>19 Days</a:t>
            </a:r>
          </a:p>
        </p:txBody>
      </p:sp>
      <p:pic>
        <p:nvPicPr>
          <p:cNvPr id="2" name="Picture 1">
            <a:extLst>
              <a:ext uri="{FF2B5EF4-FFF2-40B4-BE49-F238E27FC236}">
                <a16:creationId xmlns:a16="http://schemas.microsoft.com/office/drawing/2014/main" id="{D1729696-48CE-3516-5C1B-8C38D12D76E4}"/>
              </a:ext>
            </a:extLst>
          </p:cNvPr>
          <p:cNvPicPr>
            <a:picLocks noChangeAspect="1"/>
          </p:cNvPicPr>
          <p:nvPr/>
        </p:nvPicPr>
        <p:blipFill>
          <a:blip r:embed="rId4"/>
          <a:stretch>
            <a:fillRect/>
          </a:stretch>
        </p:blipFill>
        <p:spPr>
          <a:xfrm>
            <a:off x="1742743" y="3318495"/>
            <a:ext cx="670618" cy="597460"/>
          </a:xfrm>
          <a:prstGeom prst="rect">
            <a:avLst/>
          </a:prstGeom>
        </p:spPr>
      </p:pic>
      <p:pic>
        <p:nvPicPr>
          <p:cNvPr id="3" name="Picture 2">
            <a:extLst>
              <a:ext uri="{FF2B5EF4-FFF2-40B4-BE49-F238E27FC236}">
                <a16:creationId xmlns:a16="http://schemas.microsoft.com/office/drawing/2014/main" id="{4D18FAE6-EF55-5F5F-B578-E5739E5DB614}"/>
              </a:ext>
            </a:extLst>
          </p:cNvPr>
          <p:cNvPicPr>
            <a:picLocks noChangeAspect="1"/>
          </p:cNvPicPr>
          <p:nvPr/>
        </p:nvPicPr>
        <p:blipFill>
          <a:blip r:embed="rId5"/>
          <a:stretch>
            <a:fillRect/>
          </a:stretch>
        </p:blipFill>
        <p:spPr>
          <a:xfrm>
            <a:off x="2549950" y="3330528"/>
            <a:ext cx="732693" cy="732693"/>
          </a:xfrm>
          <a:prstGeom prst="rect">
            <a:avLst/>
          </a:prstGeom>
        </p:spPr>
      </p:pic>
      <p:pic>
        <p:nvPicPr>
          <p:cNvPr id="5" name="Picture 2" descr="Man Working On A Laptop From Side View Vector SVG Icon - SVG Repo">
            <a:extLst>
              <a:ext uri="{FF2B5EF4-FFF2-40B4-BE49-F238E27FC236}">
                <a16:creationId xmlns:a16="http://schemas.microsoft.com/office/drawing/2014/main" id="{A28DD2DF-8AED-B4DE-DB43-EB43E058BA5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57157" y="3430041"/>
            <a:ext cx="597456" cy="59745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EA008E7-3612-49D5-59D9-944E735E21E9}"/>
              </a:ext>
            </a:extLst>
          </p:cNvPr>
          <p:cNvSpPr txBox="1"/>
          <p:nvPr/>
        </p:nvSpPr>
        <p:spPr>
          <a:xfrm>
            <a:off x="8450213" y="6457524"/>
            <a:ext cx="3767744" cy="246221"/>
          </a:xfrm>
          <a:prstGeom prst="rect">
            <a:avLst/>
          </a:prstGeom>
          <a:noFill/>
        </p:spPr>
        <p:txBody>
          <a:bodyPr wrap="square" rtlCol="0">
            <a:spAutoFit/>
          </a:bodyPr>
          <a:lstStyle/>
          <a:p>
            <a:r>
              <a:rPr lang="en-US" sz="1000" dirty="0"/>
              <a:t>Silhouette and image credits: Shutterstock.</a:t>
            </a:r>
            <a:endParaRPr lang="en-KE" sz="1000" dirty="0"/>
          </a:p>
        </p:txBody>
      </p:sp>
    </p:spTree>
    <p:extLst>
      <p:ext uri="{BB962C8B-B14F-4D97-AF65-F5344CB8AC3E}">
        <p14:creationId xmlns:p14="http://schemas.microsoft.com/office/powerpoint/2010/main" val="2948821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A408FF-5E69-6A93-4DE5-8F58DE5A0FC5}"/>
              </a:ext>
            </a:extLst>
          </p:cNvPr>
          <p:cNvSpPr>
            <a:spLocks noGrp="1"/>
          </p:cNvSpPr>
          <p:nvPr>
            <p:ph type="title"/>
          </p:nvPr>
        </p:nvSpPr>
        <p:spPr>
          <a:xfrm>
            <a:off x="431999" y="1350000"/>
            <a:ext cx="7265585" cy="1610016"/>
          </a:xfrm>
        </p:spPr>
        <p:txBody>
          <a:bodyPr/>
          <a:lstStyle/>
          <a:p>
            <a:r>
              <a:rPr lang="en-GB" dirty="0"/>
              <a:t>CHALLENGES</a:t>
            </a:r>
          </a:p>
        </p:txBody>
      </p:sp>
      <p:sp>
        <p:nvSpPr>
          <p:cNvPr id="9" name="Chapter Number">
            <a:extLst>
              <a:ext uri="{FF2B5EF4-FFF2-40B4-BE49-F238E27FC236}">
                <a16:creationId xmlns:a16="http://schemas.microsoft.com/office/drawing/2014/main" id="{47930916-3B02-19B2-0DFB-711BF69F96C3}"/>
              </a:ext>
              <a:ext uri="{C183D7F6-B498-43B3-948B-1728B52AA6E4}">
                <adec:decorative xmlns:adec="http://schemas.microsoft.com/office/drawing/2017/decorative" val="1"/>
              </a:ext>
            </a:extLst>
          </p:cNvPr>
          <p:cNvSpPr>
            <a:spLocks noGrp="1"/>
          </p:cNvSpPr>
          <p:nvPr>
            <p:ph type="body" sz="quarter" idx="10"/>
          </p:nvPr>
        </p:nvSpPr>
        <p:spPr/>
        <p:txBody>
          <a:bodyPr>
            <a:normAutofit/>
          </a:bodyPr>
          <a:lstStyle/>
          <a:p>
            <a:r>
              <a:rPr lang="en-GB" dirty="0"/>
              <a:t>05</a:t>
            </a:r>
          </a:p>
        </p:txBody>
      </p:sp>
      <p:sp>
        <p:nvSpPr>
          <p:cNvPr id="10" name="Parallelogram">
            <a:extLst>
              <a:ext uri="{FF2B5EF4-FFF2-40B4-BE49-F238E27FC236}">
                <a16:creationId xmlns:a16="http://schemas.microsoft.com/office/drawing/2014/main" id="{0EC7448C-350A-4BAB-4D9D-BACA767A50B4}"/>
              </a:ext>
              <a:ext uri="{C183D7F6-B498-43B3-948B-1728B52AA6E4}">
                <adec:decorative xmlns:adec="http://schemas.microsoft.com/office/drawing/2017/decorative" val="1"/>
              </a:ext>
            </a:extLst>
          </p:cNvPr>
          <p:cNvSpPr/>
          <p:nvPr/>
        </p:nvSpPr>
        <p:spPr>
          <a:xfrm rot="8100000">
            <a:off x="8522171" y="5570679"/>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GB" sz="1400" b="0" i="0" u="none" strike="noStrike" kern="1200" cap="none" spc="0" normalizeH="0" baseline="0" noProof="0" dirty="0" err="1">
              <a:ln>
                <a:noFill/>
              </a:ln>
              <a:solidFill>
                <a:prstClr val="black"/>
              </a:solidFill>
              <a:effectLst/>
              <a:uLnTx/>
              <a:uFillTx/>
              <a:latin typeface="Barlow"/>
              <a:ea typeface="+mn-ea"/>
              <a:cs typeface="+mn-cs"/>
            </a:endParaRPr>
          </a:p>
        </p:txBody>
      </p:sp>
    </p:spTree>
    <p:extLst>
      <p:ext uri="{BB962C8B-B14F-4D97-AF65-F5344CB8AC3E}">
        <p14:creationId xmlns:p14="http://schemas.microsoft.com/office/powerpoint/2010/main" val="4202162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arallelogram 2">
            <a:extLst>
              <a:ext uri="{FF2B5EF4-FFF2-40B4-BE49-F238E27FC236}">
                <a16:creationId xmlns:a16="http://schemas.microsoft.com/office/drawing/2014/main" id="{DF37C8CB-DEBD-9CF2-4196-6521F681E27D}"/>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B52C2BF2-F816-1D55-C30D-9E7F9073C690}"/>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6EF23736-C0C8-5A96-A44F-9419016FC77C}"/>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sp>
        <p:nvSpPr>
          <p:cNvPr id="8" name="TextBox 7">
            <a:extLst>
              <a:ext uri="{FF2B5EF4-FFF2-40B4-BE49-F238E27FC236}">
                <a16:creationId xmlns:a16="http://schemas.microsoft.com/office/drawing/2014/main" id="{854F3329-DE6A-16DE-F470-B6CC4E54BC06}"/>
              </a:ext>
            </a:extLst>
          </p:cNvPr>
          <p:cNvSpPr txBox="1"/>
          <p:nvPr/>
        </p:nvSpPr>
        <p:spPr>
          <a:xfrm>
            <a:off x="1714109" y="2119581"/>
            <a:ext cx="10034283" cy="929550"/>
          </a:xfrm>
          <a:prstGeom prst="rect">
            <a:avLst/>
          </a:prstGeom>
          <a:noFill/>
        </p:spPr>
        <p:txBody>
          <a:bodyPr wrap="square" lIns="0" tIns="0" rIns="0" bIns="0" rtlCol="0">
            <a:spAutoFit/>
          </a:bodyPr>
          <a:lstStyle/>
          <a:p>
            <a:pPr marL="285750" indent="-285750" algn="just">
              <a:lnSpc>
                <a:spcPct val="150000"/>
              </a:lnSpc>
              <a:buFont typeface="Wingdings" panose="05000000000000000000" pitchFamily="2" charset="2"/>
              <a:buChar char="q"/>
            </a:pPr>
            <a:r>
              <a:rPr lang="en-US" sz="1400" dirty="0">
                <a:latin typeface="Arial" panose="020B0604020202020204" pitchFamily="34" charset="0"/>
                <a:cs typeface="Arial" panose="020B0604020202020204" pitchFamily="34" charset="0"/>
              </a:rPr>
              <a:t>In-field feedback required continuous prompting to ensure that all responses were consolidated effectively.</a:t>
            </a:r>
          </a:p>
          <a:p>
            <a:pPr marL="285750" indent="-285750" algn="just">
              <a:lnSpc>
                <a:spcPct val="150000"/>
              </a:lnSpc>
              <a:buFont typeface="Wingdings" panose="05000000000000000000" pitchFamily="2" charset="2"/>
              <a:buChar char="q"/>
            </a:pPr>
            <a:r>
              <a:rPr lang="en-US" sz="1400" dirty="0">
                <a:latin typeface="Arial" panose="020B0604020202020204" pitchFamily="34" charset="0"/>
                <a:cs typeface="Arial" panose="020B0604020202020204" pitchFamily="34" charset="0"/>
              </a:rPr>
              <a:t>Most of the sampling points had poor network connectivity, making it difficult for interviewers to synchronize their devices. This led to backlogs and eventually resulted in duplicate GPS submissions during task completion.</a:t>
            </a:r>
          </a:p>
        </p:txBody>
      </p:sp>
      <p:pic>
        <p:nvPicPr>
          <p:cNvPr id="2" name="Picture 1">
            <a:extLst>
              <a:ext uri="{FF2B5EF4-FFF2-40B4-BE49-F238E27FC236}">
                <a16:creationId xmlns:a16="http://schemas.microsoft.com/office/drawing/2014/main" id="{E6897283-76AA-65CB-2B80-36869F309718}"/>
              </a:ext>
            </a:extLst>
          </p:cNvPr>
          <p:cNvPicPr>
            <a:picLocks noChangeAspect="1"/>
          </p:cNvPicPr>
          <p:nvPr/>
        </p:nvPicPr>
        <p:blipFill>
          <a:blip r:embed="rId2"/>
          <a:stretch>
            <a:fillRect/>
          </a:stretch>
        </p:blipFill>
        <p:spPr>
          <a:xfrm>
            <a:off x="147928" y="1783736"/>
            <a:ext cx="1566181" cy="2010708"/>
          </a:xfrm>
          <a:prstGeom prst="rect">
            <a:avLst/>
          </a:prstGeom>
        </p:spPr>
      </p:pic>
      <p:sp>
        <p:nvSpPr>
          <p:cNvPr id="3" name="TextBox 2">
            <a:extLst>
              <a:ext uri="{FF2B5EF4-FFF2-40B4-BE49-F238E27FC236}">
                <a16:creationId xmlns:a16="http://schemas.microsoft.com/office/drawing/2014/main" id="{4115C81A-D3A5-2E52-E6B9-5095B876C7FC}"/>
              </a:ext>
            </a:extLst>
          </p:cNvPr>
          <p:cNvSpPr txBox="1"/>
          <p:nvPr/>
        </p:nvSpPr>
        <p:spPr>
          <a:xfrm>
            <a:off x="3758976" y="471729"/>
            <a:ext cx="4357687" cy="518155"/>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3200" b="1" dirty="0">
                <a:solidFill>
                  <a:srgbClr val="0070C0"/>
                </a:solidFill>
                <a:latin typeface="Arial" panose="020B0604020202020204" pitchFamily="34" charset="0"/>
                <a:cs typeface="Arial" panose="020B0604020202020204" pitchFamily="34" charset="0"/>
              </a:rPr>
              <a:t>CHALLENGES</a:t>
            </a:r>
          </a:p>
        </p:txBody>
      </p:sp>
    </p:spTree>
    <p:extLst>
      <p:ext uri="{BB962C8B-B14F-4D97-AF65-F5344CB8AC3E}">
        <p14:creationId xmlns:p14="http://schemas.microsoft.com/office/powerpoint/2010/main" val="17397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A408FF-5E69-6A93-4DE5-8F58DE5A0FC5}"/>
              </a:ext>
            </a:extLst>
          </p:cNvPr>
          <p:cNvSpPr>
            <a:spLocks noGrp="1"/>
          </p:cNvSpPr>
          <p:nvPr>
            <p:ph type="title"/>
          </p:nvPr>
        </p:nvSpPr>
        <p:spPr>
          <a:xfrm>
            <a:off x="431999" y="1350000"/>
            <a:ext cx="7265585" cy="1610016"/>
          </a:xfrm>
        </p:spPr>
        <p:txBody>
          <a:bodyPr/>
          <a:lstStyle/>
          <a:p>
            <a:r>
              <a:rPr lang="en-GB" dirty="0"/>
              <a:t>recommendation</a:t>
            </a:r>
          </a:p>
        </p:txBody>
      </p:sp>
      <p:sp>
        <p:nvSpPr>
          <p:cNvPr id="9" name="Chapter Number">
            <a:extLst>
              <a:ext uri="{FF2B5EF4-FFF2-40B4-BE49-F238E27FC236}">
                <a16:creationId xmlns:a16="http://schemas.microsoft.com/office/drawing/2014/main" id="{47930916-3B02-19B2-0DFB-711BF69F96C3}"/>
              </a:ext>
              <a:ext uri="{C183D7F6-B498-43B3-948B-1728B52AA6E4}">
                <adec:decorative xmlns:adec="http://schemas.microsoft.com/office/drawing/2017/decorative" val="1"/>
              </a:ext>
            </a:extLst>
          </p:cNvPr>
          <p:cNvSpPr>
            <a:spLocks noGrp="1"/>
          </p:cNvSpPr>
          <p:nvPr>
            <p:ph type="body" sz="quarter" idx="10"/>
          </p:nvPr>
        </p:nvSpPr>
        <p:spPr/>
        <p:txBody>
          <a:bodyPr>
            <a:normAutofit/>
          </a:bodyPr>
          <a:lstStyle/>
          <a:p>
            <a:r>
              <a:rPr lang="en-GB" dirty="0"/>
              <a:t>06</a:t>
            </a:r>
          </a:p>
        </p:txBody>
      </p:sp>
      <p:sp>
        <p:nvSpPr>
          <p:cNvPr id="10" name="Parallelogram">
            <a:extLst>
              <a:ext uri="{FF2B5EF4-FFF2-40B4-BE49-F238E27FC236}">
                <a16:creationId xmlns:a16="http://schemas.microsoft.com/office/drawing/2014/main" id="{0EC7448C-350A-4BAB-4D9D-BACA767A50B4}"/>
              </a:ext>
              <a:ext uri="{C183D7F6-B498-43B3-948B-1728B52AA6E4}">
                <adec:decorative xmlns:adec="http://schemas.microsoft.com/office/drawing/2017/decorative" val="1"/>
              </a:ext>
            </a:extLst>
          </p:cNvPr>
          <p:cNvSpPr/>
          <p:nvPr/>
        </p:nvSpPr>
        <p:spPr>
          <a:xfrm rot="8100000">
            <a:off x="8522171" y="5570679"/>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GB" sz="1400" b="0" i="0" u="none" strike="noStrike" kern="1200" cap="none" spc="0" normalizeH="0" baseline="0" noProof="0" dirty="0" err="1">
              <a:ln>
                <a:noFill/>
              </a:ln>
              <a:solidFill>
                <a:prstClr val="black"/>
              </a:solidFill>
              <a:effectLst/>
              <a:uLnTx/>
              <a:uFillTx/>
              <a:latin typeface="Barlow"/>
              <a:ea typeface="+mn-ea"/>
              <a:cs typeface="+mn-cs"/>
            </a:endParaRPr>
          </a:p>
        </p:txBody>
      </p:sp>
    </p:spTree>
    <p:extLst>
      <p:ext uri="{BB962C8B-B14F-4D97-AF65-F5344CB8AC3E}">
        <p14:creationId xmlns:p14="http://schemas.microsoft.com/office/powerpoint/2010/main" val="2231227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arallelogram 2">
            <a:extLst>
              <a:ext uri="{FF2B5EF4-FFF2-40B4-BE49-F238E27FC236}">
                <a16:creationId xmlns:a16="http://schemas.microsoft.com/office/drawing/2014/main" id="{DF37C8CB-DEBD-9CF2-4196-6521F681E27D}"/>
              </a:ext>
              <a:ext uri="{C183D7F6-B498-43B3-948B-1728B52AA6E4}">
                <adec:decorative xmlns:adec="http://schemas.microsoft.com/office/drawing/2017/decorative" val="1"/>
              </a:ext>
            </a:extLst>
          </p:cNvPr>
          <p:cNvSpPr/>
          <p:nvPr/>
        </p:nvSpPr>
        <p:spPr>
          <a:xfrm rot="18900000">
            <a:off x="10466508" y="3211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14" name="Parallelogram 1">
            <a:extLst>
              <a:ext uri="{FF2B5EF4-FFF2-40B4-BE49-F238E27FC236}">
                <a16:creationId xmlns:a16="http://schemas.microsoft.com/office/drawing/2014/main" id="{B52C2BF2-F816-1D55-C30D-9E7F9073C690}"/>
              </a:ext>
              <a:ext uri="{C183D7F6-B498-43B3-948B-1728B52AA6E4}">
                <adec:decorative xmlns:adec="http://schemas.microsoft.com/office/drawing/2017/decorative" val="1"/>
              </a:ext>
            </a:extLst>
          </p:cNvPr>
          <p:cNvSpPr/>
          <p:nvPr/>
        </p:nvSpPr>
        <p:spPr>
          <a:xfrm rot="18900000">
            <a:off x="9933068" y="412469"/>
            <a:ext cx="1715055" cy="439666"/>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err="1">
              <a:solidFill>
                <a:schemeClr val="tx1"/>
              </a:solidFill>
            </a:endParaRPr>
          </a:p>
        </p:txBody>
      </p:sp>
      <p:sp>
        <p:nvSpPr>
          <p:cNvPr id="6" name="TextBox 5">
            <a:extLst>
              <a:ext uri="{FF2B5EF4-FFF2-40B4-BE49-F238E27FC236}">
                <a16:creationId xmlns:a16="http://schemas.microsoft.com/office/drawing/2014/main" id="{6EF23736-C0C8-5A96-A44F-9419016FC77C}"/>
              </a:ext>
            </a:extLst>
          </p:cNvPr>
          <p:cNvSpPr txBox="1"/>
          <p:nvPr/>
        </p:nvSpPr>
        <p:spPr>
          <a:xfrm>
            <a:off x="639595" y="4329113"/>
            <a:ext cx="65" cy="199991"/>
          </a:xfrm>
          <a:prstGeom prst="rect">
            <a:avLst/>
          </a:prstGeom>
          <a:noFill/>
        </p:spPr>
        <p:txBody>
          <a:bodyPr wrap="none" lIns="0" tIns="0" rIns="0" bIns="0" rtlCol="0">
            <a:spAutoFit/>
          </a:bodyPr>
          <a:lstStyle/>
          <a:p>
            <a:pPr algn="l">
              <a:lnSpc>
                <a:spcPct val="115000"/>
              </a:lnSpc>
              <a:spcBef>
                <a:spcPts val="400"/>
              </a:spcBef>
              <a:spcAft>
                <a:spcPts val="400"/>
              </a:spcAft>
              <a:buSzPct val="100000"/>
            </a:pPr>
            <a:endParaRPr lang="en-US" sz="1200" dirty="0"/>
          </a:p>
        </p:txBody>
      </p:sp>
      <p:sp>
        <p:nvSpPr>
          <p:cNvPr id="8" name="TextBox 7">
            <a:extLst>
              <a:ext uri="{FF2B5EF4-FFF2-40B4-BE49-F238E27FC236}">
                <a16:creationId xmlns:a16="http://schemas.microsoft.com/office/drawing/2014/main" id="{854F3329-DE6A-16DE-F470-B6CC4E54BC06}"/>
              </a:ext>
            </a:extLst>
          </p:cNvPr>
          <p:cNvSpPr txBox="1"/>
          <p:nvPr/>
        </p:nvSpPr>
        <p:spPr>
          <a:xfrm>
            <a:off x="1875760" y="1671564"/>
            <a:ext cx="9676385" cy="1899046"/>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q"/>
            </a:pPr>
            <a:r>
              <a:rPr lang="en-US" sz="1400" dirty="0">
                <a:latin typeface="Arial" panose="020B0604020202020204" pitchFamily="34" charset="0"/>
                <a:cs typeface="Arial" panose="020B0604020202020204" pitchFamily="34" charset="0"/>
              </a:rPr>
              <a:t>Establish clear timelines for feedback and ensure accountability from all parties involved to avoid delays in report consolidation.</a:t>
            </a:r>
          </a:p>
          <a:p>
            <a:pPr marL="285750" indent="-285750">
              <a:lnSpc>
                <a:spcPct val="150000"/>
              </a:lnSpc>
              <a:buFont typeface="Wingdings" panose="05000000000000000000" pitchFamily="2" charset="2"/>
              <a:buChar char="q"/>
            </a:pPr>
            <a:r>
              <a:rPr lang="en-US" sz="1400" dirty="0">
                <a:latin typeface="Arial" panose="020B0604020202020204" pitchFamily="34" charset="0"/>
                <a:cs typeface="Arial" panose="020B0604020202020204" pitchFamily="34" charset="0"/>
              </a:rPr>
              <a:t>Regulate interviewers’ productivity levels to mitigate risks and minimize the impact of data quality issues. This will help identify and address cases where an interviewer or a group of interviewers exhibit significantly higher productivity percentages, which may result in outlier data that could lead to the cancellation of interviews</a:t>
            </a:r>
            <a:r>
              <a:rPr lang="en-US" sz="1400" dirty="0"/>
              <a:t>.</a:t>
            </a:r>
            <a:endParaRPr lang="en-US" sz="1400" dirty="0">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q"/>
            </a:pPr>
            <a:r>
              <a:rPr lang="en-US" sz="1400" dirty="0">
                <a:latin typeface="Arial" panose="020B0604020202020204" pitchFamily="34" charset="0"/>
                <a:cs typeface="Arial" panose="020B0604020202020204" pitchFamily="34" charset="0"/>
              </a:rPr>
              <a:t>To prevent GPS issues, interviewers should pilot test devices for accuracy and functionality with at least two interviews.</a:t>
            </a:r>
          </a:p>
        </p:txBody>
      </p:sp>
      <p:pic>
        <p:nvPicPr>
          <p:cNvPr id="3" name="Picture 2">
            <a:extLst>
              <a:ext uri="{FF2B5EF4-FFF2-40B4-BE49-F238E27FC236}">
                <a16:creationId xmlns:a16="http://schemas.microsoft.com/office/drawing/2014/main" id="{C1235D40-0AC4-FF99-7AFC-713DBC388841}"/>
              </a:ext>
            </a:extLst>
          </p:cNvPr>
          <p:cNvPicPr>
            <a:picLocks noChangeAspect="1"/>
          </p:cNvPicPr>
          <p:nvPr/>
        </p:nvPicPr>
        <p:blipFill>
          <a:blip r:embed="rId2"/>
          <a:stretch>
            <a:fillRect/>
          </a:stretch>
        </p:blipFill>
        <p:spPr>
          <a:xfrm>
            <a:off x="159315" y="2206786"/>
            <a:ext cx="1540735" cy="1585233"/>
          </a:xfrm>
          <a:prstGeom prst="rect">
            <a:avLst/>
          </a:prstGeom>
        </p:spPr>
      </p:pic>
      <p:sp>
        <p:nvSpPr>
          <p:cNvPr id="5" name="TextBox 4">
            <a:extLst>
              <a:ext uri="{FF2B5EF4-FFF2-40B4-BE49-F238E27FC236}">
                <a16:creationId xmlns:a16="http://schemas.microsoft.com/office/drawing/2014/main" id="{35330EEA-4FF0-8041-2B51-F6EF7FA9F01D}"/>
              </a:ext>
            </a:extLst>
          </p:cNvPr>
          <p:cNvSpPr txBox="1"/>
          <p:nvPr/>
        </p:nvSpPr>
        <p:spPr>
          <a:xfrm>
            <a:off x="2989791" y="373224"/>
            <a:ext cx="4514850" cy="518155"/>
          </a:xfrm>
          <a:prstGeom prst="rect">
            <a:avLst/>
          </a:prstGeom>
          <a:noFill/>
        </p:spPr>
        <p:txBody>
          <a:bodyPr wrap="square" lIns="0" tIns="0" rIns="0" bIns="0" rtlCol="0">
            <a:spAutoFit/>
          </a:bodyPr>
          <a:lstStyle/>
          <a:p>
            <a:pPr algn="ctr">
              <a:lnSpc>
                <a:spcPct val="115000"/>
              </a:lnSpc>
              <a:spcBef>
                <a:spcPts val="400"/>
              </a:spcBef>
              <a:spcAft>
                <a:spcPts val="400"/>
              </a:spcAft>
              <a:buSzPct val="100000"/>
            </a:pPr>
            <a:r>
              <a:rPr lang="en-US" sz="3200" b="1" dirty="0">
                <a:solidFill>
                  <a:srgbClr val="0070C0"/>
                </a:solidFill>
                <a:latin typeface="Arial" panose="020B0604020202020204" pitchFamily="34" charset="0"/>
                <a:cs typeface="Arial" panose="020B0604020202020204" pitchFamily="34" charset="0"/>
              </a:rPr>
              <a:t>RECOMMENDATION</a:t>
            </a:r>
          </a:p>
        </p:txBody>
      </p:sp>
    </p:spTree>
    <p:extLst>
      <p:ext uri="{BB962C8B-B14F-4D97-AF65-F5344CB8AC3E}">
        <p14:creationId xmlns:p14="http://schemas.microsoft.com/office/powerpoint/2010/main" val="2264936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ubtitle 65"/>
          <p:cNvSpPr>
            <a:spLocks noGrp="1"/>
          </p:cNvSpPr>
          <p:nvPr>
            <p:ph type="body" sz="quarter" idx="15"/>
          </p:nvPr>
        </p:nvSpPr>
        <p:spPr>
          <a:xfrm>
            <a:off x="1837853" y="3102605"/>
            <a:ext cx="9925995" cy="2574296"/>
          </a:xfrm>
          <a:solidFill>
            <a:schemeClr val="accent1">
              <a:alpha val="84000"/>
            </a:schemeClr>
          </a:solidFill>
        </p:spPr>
        <p:txBody>
          <a:bodyPr vert="horz" wrap="square" lIns="3749040" tIns="243614" rIns="243614" bIns="243614" rtlCol="0" anchor="ctr">
            <a:noAutofit/>
          </a:bodyPr>
          <a:lstStyle/>
          <a:p>
            <a:r>
              <a:rPr lang="en-US" sz="1200" b="1" dirty="0"/>
              <a:t>All information received from the client for the purpose of this research will be treated with utmost confidentiality by Ipsos project team.</a:t>
            </a:r>
          </a:p>
          <a:p>
            <a:r>
              <a:rPr lang="en-US" sz="1200" dirty="0"/>
              <a:t>Every member of Ipsos involved in this study is committed to this policy and will under no circumstances share any information made available to Ipsos by the client, either in writing or verbally.</a:t>
            </a:r>
          </a:p>
          <a:p>
            <a:r>
              <a:rPr lang="en-US" sz="1200" dirty="0"/>
              <a:t>Ipsos respects client’s rights and will sign a confidentiality agreement for this project, if need be.</a:t>
            </a:r>
          </a:p>
        </p:txBody>
      </p:sp>
      <p:sp>
        <p:nvSpPr>
          <p:cNvPr id="35" name="TextBox 34">
            <a:extLst>
              <a:ext uri="{FF2B5EF4-FFF2-40B4-BE49-F238E27FC236}">
                <a16:creationId xmlns:a16="http://schemas.microsoft.com/office/drawing/2014/main" id="{E1B96BCE-F779-4BEB-A14C-ACC35F0613CF}"/>
              </a:ext>
            </a:extLst>
          </p:cNvPr>
          <p:cNvSpPr txBox="1">
            <a:spLocks/>
          </p:cNvSpPr>
          <p:nvPr/>
        </p:nvSpPr>
        <p:spPr>
          <a:xfrm>
            <a:off x="1837853" y="3102605"/>
            <a:ext cx="3533089" cy="2574295"/>
          </a:xfrm>
          <a:custGeom>
            <a:avLst/>
            <a:gdLst>
              <a:gd name="connsiteX0" fmla="*/ 3018730 w 3021013"/>
              <a:gd name="connsiteY0" fmla="*/ 1285228 h 2106614"/>
              <a:gd name="connsiteX1" fmla="*/ 3018730 w 3021013"/>
              <a:gd name="connsiteY1" fmla="*/ 2106614 h 2106614"/>
              <a:gd name="connsiteX2" fmla="*/ 2667091 w 3021013"/>
              <a:gd name="connsiteY2" fmla="*/ 2106614 h 2106614"/>
              <a:gd name="connsiteX3" fmla="*/ 2737859 w 3021013"/>
              <a:gd name="connsiteY3" fmla="*/ 2028750 h 2106614"/>
              <a:gd name="connsiteX4" fmla="*/ 3014612 w 3021013"/>
              <a:gd name="connsiteY4" fmla="*/ 1366779 h 2106614"/>
              <a:gd name="connsiteX5" fmla="*/ 0 w 3021013"/>
              <a:gd name="connsiteY5" fmla="*/ 0 h 2106614"/>
              <a:gd name="connsiteX6" fmla="*/ 1781016 w 3021013"/>
              <a:gd name="connsiteY6" fmla="*/ 0 h 2106614"/>
              <a:gd name="connsiteX7" fmla="*/ 1781016 w 3021013"/>
              <a:gd name="connsiteY7" fmla="*/ 0 h 2106614"/>
              <a:gd name="connsiteX8" fmla="*/ 1899975 w 3021013"/>
              <a:gd name="connsiteY8" fmla="*/ 5632 h 2106614"/>
              <a:gd name="connsiteX9" fmla="*/ 3014611 w 3021013"/>
              <a:gd name="connsiteY9" fmla="*/ 1113215 h 2106614"/>
              <a:gd name="connsiteX10" fmla="*/ 3018729 w 3021013"/>
              <a:gd name="connsiteY10" fmla="*/ 1194766 h 2106614"/>
              <a:gd name="connsiteX11" fmla="*/ 3021013 w 3021013"/>
              <a:gd name="connsiteY11" fmla="*/ 1239997 h 2106614"/>
              <a:gd name="connsiteX12" fmla="*/ 3018729 w 3021013"/>
              <a:gd name="connsiteY12" fmla="*/ 1285228 h 2106614"/>
              <a:gd name="connsiteX13" fmla="*/ 3014611 w 3021013"/>
              <a:gd name="connsiteY13" fmla="*/ 1366779 h 2106614"/>
              <a:gd name="connsiteX14" fmla="*/ 2737858 w 3021013"/>
              <a:gd name="connsiteY14" fmla="*/ 2028750 h 2106614"/>
              <a:gd name="connsiteX15" fmla="*/ 2667090 w 3021013"/>
              <a:gd name="connsiteY15" fmla="*/ 2106614 h 2106614"/>
              <a:gd name="connsiteX16" fmla="*/ 894943 w 3021013"/>
              <a:gd name="connsiteY16" fmla="*/ 2106614 h 2106614"/>
              <a:gd name="connsiteX17" fmla="*/ 894942 w 3021013"/>
              <a:gd name="connsiteY17" fmla="*/ 2106614 h 2106614"/>
              <a:gd name="connsiteX18" fmla="*/ 0 w 3021013"/>
              <a:gd name="connsiteY18" fmla="*/ 2106614 h 2106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21013" h="2106614">
                <a:moveTo>
                  <a:pt x="3018730" y="1285228"/>
                </a:moveTo>
                <a:lnTo>
                  <a:pt x="3018730" y="2106614"/>
                </a:lnTo>
                <a:lnTo>
                  <a:pt x="2667091" y="2106614"/>
                </a:lnTo>
                <a:lnTo>
                  <a:pt x="2737859" y="2028750"/>
                </a:lnTo>
                <a:cubicBezTo>
                  <a:pt x="2889481" y="1845026"/>
                  <a:pt x="2989212" y="1616890"/>
                  <a:pt x="3014612" y="1366779"/>
                </a:cubicBezTo>
                <a:close/>
                <a:moveTo>
                  <a:pt x="0" y="0"/>
                </a:moveTo>
                <a:lnTo>
                  <a:pt x="1781016" y="0"/>
                </a:lnTo>
                <a:lnTo>
                  <a:pt x="1781016" y="0"/>
                </a:lnTo>
                <a:lnTo>
                  <a:pt x="1899975" y="5632"/>
                </a:lnTo>
                <a:cubicBezTo>
                  <a:pt x="2487238" y="61529"/>
                  <a:pt x="2955080" y="527019"/>
                  <a:pt x="3014611" y="1113215"/>
                </a:cubicBezTo>
                <a:lnTo>
                  <a:pt x="3018729" y="1194766"/>
                </a:lnTo>
                <a:lnTo>
                  <a:pt x="3021013" y="1239997"/>
                </a:lnTo>
                <a:lnTo>
                  <a:pt x="3018729" y="1285228"/>
                </a:lnTo>
                <a:lnTo>
                  <a:pt x="3014611" y="1366779"/>
                </a:lnTo>
                <a:cubicBezTo>
                  <a:pt x="2989211" y="1616890"/>
                  <a:pt x="2889480" y="1845026"/>
                  <a:pt x="2737858" y="2028750"/>
                </a:cubicBezTo>
                <a:lnTo>
                  <a:pt x="2667090" y="2106614"/>
                </a:lnTo>
                <a:lnTo>
                  <a:pt x="894943" y="2106614"/>
                </a:lnTo>
                <a:lnTo>
                  <a:pt x="894942" y="2106614"/>
                </a:lnTo>
                <a:lnTo>
                  <a:pt x="0" y="2106614"/>
                </a:lnTo>
                <a:close/>
              </a:path>
            </a:pathLst>
          </a:custGeom>
          <a:solidFill>
            <a:schemeClr val="bg1">
              <a:alpha val="86000"/>
            </a:schemeClr>
          </a:solidFill>
        </p:spPr>
        <p:txBody>
          <a:bodyPr vert="horz" wrap="square" lIns="243614" tIns="0" rIns="0" bIns="0" rtlCol="0" anchor="ctr">
            <a:noAutofit/>
          </a:bodyPr>
          <a:lstStyle>
            <a:lvl1pPr algn="l" defTabSz="685132" rtl="0" eaLnBrk="1" latinLnBrk="0" hangingPunct="1">
              <a:lnSpc>
                <a:spcPct val="80000"/>
              </a:lnSpc>
              <a:spcBef>
                <a:spcPts val="599"/>
              </a:spcBef>
              <a:spcAft>
                <a:spcPts val="599"/>
              </a:spcAft>
              <a:buNone/>
              <a:defRPr sz="2098" b="0" kern="1200" cap="all" spc="90" baseline="0">
                <a:solidFill>
                  <a:schemeClr val="bg1"/>
                </a:solidFill>
                <a:latin typeface="+mn-lt"/>
                <a:ea typeface="+mj-ea"/>
                <a:cs typeface="+mj-cs"/>
              </a:defRPr>
            </a:lvl1pPr>
          </a:lstStyle>
          <a:p>
            <a:pPr marL="0" marR="0" lvl="0" indent="0" algn="l" defTabSz="912664" rtl="0" eaLnBrk="1" fontAlgn="auto" latinLnBrk="0" hangingPunct="1">
              <a:lnSpc>
                <a:spcPct val="80000"/>
              </a:lnSpc>
              <a:spcBef>
                <a:spcPts val="798"/>
              </a:spcBef>
              <a:spcAft>
                <a:spcPts val="798"/>
              </a:spcAft>
              <a:buClrTx/>
              <a:buSzTx/>
              <a:buFontTx/>
              <a:buNone/>
              <a:tabLst/>
              <a:defRPr/>
            </a:pPr>
            <a:r>
              <a:rPr kumimoji="0" lang="en-GB" sz="2400" b="0" i="0" u="none" strike="noStrike" kern="1200" cap="all" spc="120" normalizeH="0" baseline="0" noProof="0" dirty="0">
                <a:ln>
                  <a:noFill/>
                </a:ln>
                <a:solidFill>
                  <a:srgbClr val="2F469C"/>
                </a:solidFill>
                <a:effectLst/>
                <a:uLnTx/>
                <a:uFillTx/>
                <a:latin typeface="Arial Black"/>
                <a:ea typeface="+mj-ea"/>
                <a:cs typeface="+mj-cs"/>
              </a:rPr>
              <a:t>Quality assurance &amp; </a:t>
            </a:r>
            <a:br>
              <a:rPr kumimoji="0" lang="en-GB" sz="2400" b="0" i="0" u="none" strike="noStrike" kern="1200" cap="all" spc="120" normalizeH="0" baseline="0" noProof="0" dirty="0">
                <a:ln>
                  <a:noFill/>
                </a:ln>
                <a:solidFill>
                  <a:srgbClr val="2F469C"/>
                </a:solidFill>
                <a:effectLst/>
                <a:uLnTx/>
                <a:uFillTx/>
                <a:latin typeface="Arial Black"/>
                <a:ea typeface="+mj-ea"/>
                <a:cs typeface="+mj-cs"/>
              </a:rPr>
            </a:br>
            <a:r>
              <a:rPr kumimoji="0" lang="en-GB" sz="2400" b="0" i="0" u="none" strike="noStrike" kern="1200" cap="all" spc="120" normalizeH="0" baseline="0" noProof="0" dirty="0">
                <a:ln>
                  <a:noFill/>
                </a:ln>
                <a:solidFill>
                  <a:srgbClr val="2F469C"/>
                </a:solidFill>
                <a:effectLst/>
                <a:uLnTx/>
                <a:uFillTx/>
                <a:latin typeface="Arial Black"/>
                <a:ea typeface="+mj-ea"/>
                <a:cs typeface="+mj-cs"/>
              </a:rPr>
              <a:t>data safety</a:t>
            </a:r>
          </a:p>
        </p:txBody>
      </p:sp>
    </p:spTree>
    <p:extLst>
      <p:ext uri="{BB962C8B-B14F-4D97-AF65-F5344CB8AC3E}">
        <p14:creationId xmlns:p14="http://schemas.microsoft.com/office/powerpoint/2010/main" val="541134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F3DFB82-8365-4F84-8E09-570892EBDF64}"/>
              </a:ext>
            </a:extLst>
          </p:cNvPr>
          <p:cNvSpPr>
            <a:spLocks noGrp="1"/>
          </p:cNvSpPr>
          <p:nvPr>
            <p:ph type="title"/>
          </p:nvPr>
        </p:nvSpPr>
        <p:spPr/>
        <p:txBody>
          <a:bodyPr/>
          <a:lstStyle/>
          <a:p>
            <a:r>
              <a:rPr lang="en-GB" dirty="0"/>
              <a:t>Ipsos</a:t>
            </a:r>
          </a:p>
        </p:txBody>
      </p:sp>
      <p:sp>
        <p:nvSpPr>
          <p:cNvPr id="2" name="Text Placeholder 1">
            <a:extLst>
              <a:ext uri="{FF2B5EF4-FFF2-40B4-BE49-F238E27FC236}">
                <a16:creationId xmlns:a16="http://schemas.microsoft.com/office/drawing/2014/main" id="{479B8953-CCDC-8C8F-6E36-E746BADF9ABB}"/>
              </a:ext>
            </a:extLst>
          </p:cNvPr>
          <p:cNvSpPr>
            <a:spLocks noGrp="1"/>
          </p:cNvSpPr>
          <p:nvPr>
            <p:ph type="body" sz="quarter" idx="15"/>
          </p:nvPr>
        </p:nvSpPr>
        <p:spPr/>
        <p:txBody>
          <a:bodyPr/>
          <a:lstStyle/>
          <a:p>
            <a:r>
              <a:rPr lang="en-US" dirty="0"/>
              <a:t>Affiliations &amp; certification</a:t>
            </a:r>
          </a:p>
        </p:txBody>
      </p:sp>
      <p:sp>
        <p:nvSpPr>
          <p:cNvPr id="5" name="Rectangle 4">
            <a:extLst>
              <a:ext uri="{FF2B5EF4-FFF2-40B4-BE49-F238E27FC236}">
                <a16:creationId xmlns:a16="http://schemas.microsoft.com/office/drawing/2014/main" id="{F2D6258D-B81F-409A-A0BD-6FF86BD96C4A}"/>
              </a:ext>
            </a:extLst>
          </p:cNvPr>
          <p:cNvSpPr/>
          <p:nvPr/>
        </p:nvSpPr>
        <p:spPr>
          <a:xfrm>
            <a:off x="404814" y="2210805"/>
            <a:ext cx="2141469" cy="157491"/>
          </a:xfrm>
          <a:prstGeom prst="rect">
            <a:avLst/>
          </a:prstGeom>
          <a:gradFill>
            <a:gsLst>
              <a:gs pos="100000">
                <a:schemeClr val="tx2"/>
              </a:gs>
              <a:gs pos="0">
                <a:schemeClr val="bg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Group 8">
            <a:extLst>
              <a:ext uri="{FF2B5EF4-FFF2-40B4-BE49-F238E27FC236}">
                <a16:creationId xmlns:a16="http://schemas.microsoft.com/office/drawing/2014/main" id="{068E0D4F-1997-46F9-B3F8-F7E018CCE68C}"/>
              </a:ext>
            </a:extLst>
          </p:cNvPr>
          <p:cNvGrpSpPr/>
          <p:nvPr/>
        </p:nvGrpSpPr>
        <p:grpSpPr>
          <a:xfrm>
            <a:off x="2715779" y="2210805"/>
            <a:ext cx="8550201" cy="3763656"/>
            <a:chOff x="2715779" y="2210805"/>
            <a:chExt cx="8550201" cy="3763656"/>
          </a:xfrm>
        </p:grpSpPr>
        <p:sp>
          <p:nvSpPr>
            <p:cNvPr id="54" name="Freeform: Shape 53">
              <a:extLst>
                <a:ext uri="{FF2B5EF4-FFF2-40B4-BE49-F238E27FC236}">
                  <a16:creationId xmlns:a16="http://schemas.microsoft.com/office/drawing/2014/main" id="{BD104E32-78FE-444B-8DAA-1B52C1E82566}"/>
                </a:ext>
              </a:extLst>
            </p:cNvPr>
            <p:cNvSpPr/>
            <p:nvPr/>
          </p:nvSpPr>
          <p:spPr>
            <a:xfrm>
              <a:off x="2715779" y="2812161"/>
              <a:ext cx="2737070" cy="3162300"/>
            </a:xfrm>
            <a:custGeom>
              <a:avLst/>
              <a:gdLst>
                <a:gd name="connsiteX0" fmla="*/ 0 w 2737070"/>
                <a:gd name="connsiteY0" fmla="*/ 0 h 3162300"/>
                <a:gd name="connsiteX1" fmla="*/ 2737070 w 2737070"/>
                <a:gd name="connsiteY1" fmla="*/ 0 h 3162300"/>
                <a:gd name="connsiteX2" fmla="*/ 2737070 w 2737070"/>
                <a:gd name="connsiteY2" fmla="*/ 2934713 h 3162300"/>
                <a:gd name="connsiteX3" fmla="*/ 2509483 w 2737070"/>
                <a:gd name="connsiteY3" fmla="*/ 3162300 h 3162300"/>
                <a:gd name="connsiteX4" fmla="*/ 227587 w 2737070"/>
                <a:gd name="connsiteY4" fmla="*/ 3162300 h 3162300"/>
                <a:gd name="connsiteX5" fmla="*/ 0 w 2737070"/>
                <a:gd name="connsiteY5" fmla="*/ 2934713 h 3162300"/>
                <a:gd name="connsiteX6" fmla="*/ 0 w 2737070"/>
                <a:gd name="connsiteY6" fmla="*/ 0 h 316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070" h="3162300">
                  <a:moveTo>
                    <a:pt x="0" y="0"/>
                  </a:moveTo>
                  <a:lnTo>
                    <a:pt x="2737070" y="0"/>
                  </a:lnTo>
                  <a:lnTo>
                    <a:pt x="2737070" y="2934713"/>
                  </a:lnTo>
                  <a:cubicBezTo>
                    <a:pt x="2737070" y="3060406"/>
                    <a:pt x="2635176" y="3162300"/>
                    <a:pt x="2509483" y="3162300"/>
                  </a:cubicBezTo>
                  <a:lnTo>
                    <a:pt x="227587" y="3162300"/>
                  </a:lnTo>
                  <a:cubicBezTo>
                    <a:pt x="101894" y="3162300"/>
                    <a:pt x="0" y="3060406"/>
                    <a:pt x="0" y="2934713"/>
                  </a:cubicBezTo>
                  <a:lnTo>
                    <a:pt x="0" y="0"/>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rtlCol="0" anchor="t" anchorCtr="0">
              <a:no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2554"/>
                  </a:solidFill>
                  <a:effectLst/>
                  <a:uLnTx/>
                  <a:uFillTx/>
                  <a:latin typeface="Arial"/>
                  <a:ea typeface="+mn-ea"/>
                  <a:cs typeface="+mn-cs"/>
                </a:rPr>
                <a:t>Ipsos Kenya is a key members the Market and Social Research Association of Kenya</a:t>
              </a: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2554"/>
                  </a:solidFill>
                  <a:effectLst/>
                  <a:uLnTx/>
                  <a:uFillTx/>
                  <a:latin typeface="Arial"/>
                  <a:ea typeface="+mn-ea"/>
                  <a:cs typeface="+mn-cs"/>
                </a:rPr>
                <a:t>MSRA is an industry regulating organization that was forged to drive quality assurance. </a:t>
              </a:r>
              <a:endParaRPr kumimoji="0" lang="en-US" sz="1200" b="0" i="0" u="none" strike="noStrike" kern="1200" cap="none" spc="0" normalizeH="0" baseline="0" noProof="0" dirty="0">
                <a:ln>
                  <a:noFill/>
                </a:ln>
                <a:solidFill>
                  <a:srgbClr val="002554"/>
                </a:solidFill>
                <a:effectLst/>
                <a:uLnTx/>
                <a:uFillTx/>
                <a:latin typeface="Arial"/>
                <a:ea typeface="+mn-ea"/>
                <a:cs typeface="+mn-cs"/>
              </a:endParaRPr>
            </a:p>
          </p:txBody>
        </p:sp>
        <p:sp>
          <p:nvSpPr>
            <p:cNvPr id="55" name="Freeform: Shape 54">
              <a:extLst>
                <a:ext uri="{FF2B5EF4-FFF2-40B4-BE49-F238E27FC236}">
                  <a16:creationId xmlns:a16="http://schemas.microsoft.com/office/drawing/2014/main" id="{6739BA53-6F2E-4B28-9A41-0F63B0D5D55E}"/>
                </a:ext>
              </a:extLst>
            </p:cNvPr>
            <p:cNvSpPr/>
            <p:nvPr/>
          </p:nvSpPr>
          <p:spPr>
            <a:xfrm>
              <a:off x="2715779" y="2210805"/>
              <a:ext cx="2737070" cy="601356"/>
            </a:xfrm>
            <a:custGeom>
              <a:avLst/>
              <a:gdLst>
                <a:gd name="connsiteX0" fmla="*/ 227587 w 2737070"/>
                <a:gd name="connsiteY0" fmla="*/ 0 h 601356"/>
                <a:gd name="connsiteX1" fmla="*/ 2509483 w 2737070"/>
                <a:gd name="connsiteY1" fmla="*/ 0 h 601356"/>
                <a:gd name="connsiteX2" fmla="*/ 2737070 w 2737070"/>
                <a:gd name="connsiteY2" fmla="*/ 227587 h 601356"/>
                <a:gd name="connsiteX3" fmla="*/ 2737070 w 2737070"/>
                <a:gd name="connsiteY3" fmla="*/ 601356 h 601356"/>
                <a:gd name="connsiteX4" fmla="*/ 0 w 2737070"/>
                <a:gd name="connsiteY4" fmla="*/ 601356 h 601356"/>
                <a:gd name="connsiteX5" fmla="*/ 0 w 2737070"/>
                <a:gd name="connsiteY5" fmla="*/ 227587 h 601356"/>
                <a:gd name="connsiteX6" fmla="*/ 227587 w 2737070"/>
                <a:gd name="connsiteY6" fmla="*/ 0 h 60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070" h="601356">
                  <a:moveTo>
                    <a:pt x="227587" y="0"/>
                  </a:moveTo>
                  <a:lnTo>
                    <a:pt x="2509483" y="0"/>
                  </a:lnTo>
                  <a:cubicBezTo>
                    <a:pt x="2635176" y="0"/>
                    <a:pt x="2737070" y="101894"/>
                    <a:pt x="2737070" y="227587"/>
                  </a:cubicBezTo>
                  <a:lnTo>
                    <a:pt x="2737070" y="601356"/>
                  </a:lnTo>
                  <a:lnTo>
                    <a:pt x="0" y="601356"/>
                  </a:lnTo>
                  <a:lnTo>
                    <a:pt x="0" y="227587"/>
                  </a:lnTo>
                  <a:cubicBezTo>
                    <a:pt x="0" y="101894"/>
                    <a:pt x="101894" y="0"/>
                    <a:pt x="22758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all" spc="0" normalizeH="0" baseline="0" noProof="0" dirty="0">
                  <a:ln>
                    <a:noFill/>
                  </a:ln>
                  <a:solidFill>
                    <a:prstClr val="white"/>
                  </a:solidFill>
                  <a:effectLst/>
                  <a:uLnTx/>
                  <a:uFillTx/>
                  <a:latin typeface="Arial Black"/>
                  <a:ea typeface="+mn-ea"/>
                  <a:cs typeface="+mn-cs"/>
                </a:rPr>
                <a:t>MSRA</a:t>
              </a:r>
            </a:p>
          </p:txBody>
        </p:sp>
        <p:sp>
          <p:nvSpPr>
            <p:cNvPr id="56" name="Freeform: Shape 55">
              <a:extLst>
                <a:ext uri="{FF2B5EF4-FFF2-40B4-BE49-F238E27FC236}">
                  <a16:creationId xmlns:a16="http://schemas.microsoft.com/office/drawing/2014/main" id="{66C84B31-DDF6-408F-A257-1A2C66A0CA63}"/>
                </a:ext>
              </a:extLst>
            </p:cNvPr>
            <p:cNvSpPr/>
            <p:nvPr/>
          </p:nvSpPr>
          <p:spPr>
            <a:xfrm>
              <a:off x="5622344" y="2812161"/>
              <a:ext cx="2737070" cy="3162300"/>
            </a:xfrm>
            <a:custGeom>
              <a:avLst/>
              <a:gdLst>
                <a:gd name="connsiteX0" fmla="*/ 0 w 2737070"/>
                <a:gd name="connsiteY0" fmla="*/ 0 h 3162300"/>
                <a:gd name="connsiteX1" fmla="*/ 2737070 w 2737070"/>
                <a:gd name="connsiteY1" fmla="*/ 0 h 3162300"/>
                <a:gd name="connsiteX2" fmla="*/ 2737070 w 2737070"/>
                <a:gd name="connsiteY2" fmla="*/ 2934713 h 3162300"/>
                <a:gd name="connsiteX3" fmla="*/ 2509483 w 2737070"/>
                <a:gd name="connsiteY3" fmla="*/ 3162300 h 3162300"/>
                <a:gd name="connsiteX4" fmla="*/ 227587 w 2737070"/>
                <a:gd name="connsiteY4" fmla="*/ 3162300 h 3162300"/>
                <a:gd name="connsiteX5" fmla="*/ 0 w 2737070"/>
                <a:gd name="connsiteY5" fmla="*/ 2934713 h 3162300"/>
                <a:gd name="connsiteX6" fmla="*/ 0 w 2737070"/>
                <a:gd name="connsiteY6" fmla="*/ 0 h 316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070" h="3162300">
                  <a:moveTo>
                    <a:pt x="0" y="0"/>
                  </a:moveTo>
                  <a:lnTo>
                    <a:pt x="2737070" y="0"/>
                  </a:lnTo>
                  <a:lnTo>
                    <a:pt x="2737070" y="2934713"/>
                  </a:lnTo>
                  <a:cubicBezTo>
                    <a:pt x="2737070" y="3060406"/>
                    <a:pt x="2635176" y="3162300"/>
                    <a:pt x="2509483" y="3162300"/>
                  </a:cubicBezTo>
                  <a:lnTo>
                    <a:pt x="227587" y="3162300"/>
                  </a:lnTo>
                  <a:cubicBezTo>
                    <a:pt x="101894" y="3162300"/>
                    <a:pt x="0" y="3060406"/>
                    <a:pt x="0" y="2934713"/>
                  </a:cubicBezTo>
                  <a:lnTo>
                    <a:pt x="0" y="0"/>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rtlCol="0" anchor="t" anchorCtr="0">
              <a:no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2554"/>
                  </a:solidFill>
                  <a:effectLst/>
                  <a:uLnTx/>
                  <a:uFillTx/>
                  <a:latin typeface="Arial"/>
                  <a:ea typeface="+mn-ea"/>
                  <a:cs typeface="+mn-cs"/>
                </a:rPr>
                <a:t>The world association for market, social and opinion research, unites a global membership of 4900 members from 130 countries.</a:t>
              </a: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2554"/>
                  </a:solidFill>
                  <a:effectLst/>
                  <a:uLnTx/>
                  <a:uFillTx/>
                  <a:latin typeface="Arial"/>
                  <a:ea typeface="+mn-ea"/>
                  <a:cs typeface="+mn-cs"/>
                </a:rPr>
                <a:t>The ESOMAR Membership mark signals an endorsement of ethical standards and provides a valued means of recognition within the wider marketing and research industries.</a:t>
              </a:r>
            </a:p>
          </p:txBody>
        </p:sp>
        <p:sp>
          <p:nvSpPr>
            <p:cNvPr id="57" name="Freeform: Shape 56">
              <a:extLst>
                <a:ext uri="{FF2B5EF4-FFF2-40B4-BE49-F238E27FC236}">
                  <a16:creationId xmlns:a16="http://schemas.microsoft.com/office/drawing/2014/main" id="{9F1A8653-F7CE-4878-9F38-AE32AC962BCD}"/>
                </a:ext>
              </a:extLst>
            </p:cNvPr>
            <p:cNvSpPr/>
            <p:nvPr/>
          </p:nvSpPr>
          <p:spPr>
            <a:xfrm>
              <a:off x="5622344" y="2210805"/>
              <a:ext cx="2737070" cy="601356"/>
            </a:xfrm>
            <a:custGeom>
              <a:avLst/>
              <a:gdLst>
                <a:gd name="connsiteX0" fmla="*/ 227587 w 2737070"/>
                <a:gd name="connsiteY0" fmla="*/ 0 h 601356"/>
                <a:gd name="connsiteX1" fmla="*/ 2509483 w 2737070"/>
                <a:gd name="connsiteY1" fmla="*/ 0 h 601356"/>
                <a:gd name="connsiteX2" fmla="*/ 2737070 w 2737070"/>
                <a:gd name="connsiteY2" fmla="*/ 227587 h 601356"/>
                <a:gd name="connsiteX3" fmla="*/ 2737070 w 2737070"/>
                <a:gd name="connsiteY3" fmla="*/ 601356 h 601356"/>
                <a:gd name="connsiteX4" fmla="*/ 0 w 2737070"/>
                <a:gd name="connsiteY4" fmla="*/ 601356 h 601356"/>
                <a:gd name="connsiteX5" fmla="*/ 0 w 2737070"/>
                <a:gd name="connsiteY5" fmla="*/ 227587 h 601356"/>
                <a:gd name="connsiteX6" fmla="*/ 227587 w 2737070"/>
                <a:gd name="connsiteY6" fmla="*/ 0 h 60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070" h="601356">
                  <a:moveTo>
                    <a:pt x="227587" y="0"/>
                  </a:moveTo>
                  <a:lnTo>
                    <a:pt x="2509483" y="0"/>
                  </a:lnTo>
                  <a:cubicBezTo>
                    <a:pt x="2635176" y="0"/>
                    <a:pt x="2737070" y="101894"/>
                    <a:pt x="2737070" y="227587"/>
                  </a:cubicBezTo>
                  <a:lnTo>
                    <a:pt x="2737070" y="601356"/>
                  </a:lnTo>
                  <a:lnTo>
                    <a:pt x="0" y="601356"/>
                  </a:lnTo>
                  <a:lnTo>
                    <a:pt x="0" y="227587"/>
                  </a:lnTo>
                  <a:cubicBezTo>
                    <a:pt x="0" y="101894"/>
                    <a:pt x="101894" y="0"/>
                    <a:pt x="227587"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all" spc="0" normalizeH="0" baseline="0" noProof="0" dirty="0">
                  <a:ln>
                    <a:noFill/>
                  </a:ln>
                  <a:solidFill>
                    <a:prstClr val="white"/>
                  </a:solidFill>
                  <a:effectLst/>
                  <a:uLnTx/>
                  <a:uFillTx/>
                  <a:latin typeface="Arial Black"/>
                  <a:ea typeface="+mn-ea"/>
                  <a:cs typeface="+mn-cs"/>
                </a:rPr>
                <a:t>ESOMAR</a:t>
              </a:r>
            </a:p>
          </p:txBody>
        </p:sp>
        <p:sp>
          <p:nvSpPr>
            <p:cNvPr id="58" name="Freeform: Shape 57">
              <a:extLst>
                <a:ext uri="{FF2B5EF4-FFF2-40B4-BE49-F238E27FC236}">
                  <a16:creationId xmlns:a16="http://schemas.microsoft.com/office/drawing/2014/main" id="{019FA505-8967-44D8-A03B-8880A879180D}"/>
                </a:ext>
              </a:extLst>
            </p:cNvPr>
            <p:cNvSpPr/>
            <p:nvPr/>
          </p:nvSpPr>
          <p:spPr>
            <a:xfrm>
              <a:off x="8528910" y="2812161"/>
              <a:ext cx="2737070" cy="3162300"/>
            </a:xfrm>
            <a:custGeom>
              <a:avLst/>
              <a:gdLst>
                <a:gd name="connsiteX0" fmla="*/ 0 w 2737070"/>
                <a:gd name="connsiteY0" fmla="*/ 0 h 3162300"/>
                <a:gd name="connsiteX1" fmla="*/ 2737070 w 2737070"/>
                <a:gd name="connsiteY1" fmla="*/ 0 h 3162300"/>
                <a:gd name="connsiteX2" fmla="*/ 2737070 w 2737070"/>
                <a:gd name="connsiteY2" fmla="*/ 2934713 h 3162300"/>
                <a:gd name="connsiteX3" fmla="*/ 2509483 w 2737070"/>
                <a:gd name="connsiteY3" fmla="*/ 3162300 h 3162300"/>
                <a:gd name="connsiteX4" fmla="*/ 227587 w 2737070"/>
                <a:gd name="connsiteY4" fmla="*/ 3162300 h 3162300"/>
                <a:gd name="connsiteX5" fmla="*/ 0 w 2737070"/>
                <a:gd name="connsiteY5" fmla="*/ 2934713 h 3162300"/>
                <a:gd name="connsiteX6" fmla="*/ 0 w 2737070"/>
                <a:gd name="connsiteY6" fmla="*/ 0 h 316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070" h="3162300">
                  <a:moveTo>
                    <a:pt x="0" y="0"/>
                  </a:moveTo>
                  <a:lnTo>
                    <a:pt x="2737070" y="0"/>
                  </a:lnTo>
                  <a:lnTo>
                    <a:pt x="2737070" y="2934713"/>
                  </a:lnTo>
                  <a:cubicBezTo>
                    <a:pt x="2737070" y="3060406"/>
                    <a:pt x="2635176" y="3162300"/>
                    <a:pt x="2509483" y="3162300"/>
                  </a:cubicBezTo>
                  <a:lnTo>
                    <a:pt x="227587" y="3162300"/>
                  </a:lnTo>
                  <a:cubicBezTo>
                    <a:pt x="101894" y="3162300"/>
                    <a:pt x="0" y="3060406"/>
                    <a:pt x="0" y="2934713"/>
                  </a:cubicBezTo>
                  <a:lnTo>
                    <a:pt x="0" y="0"/>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2554"/>
                  </a:solidFill>
                  <a:effectLst/>
                  <a:uLnTx/>
                  <a:uFillTx/>
                  <a:latin typeface="Arial"/>
                  <a:ea typeface="+mn-ea"/>
                  <a:cs typeface="+mn-cs"/>
                </a:rPr>
                <a:t>Our methods &amp; practices are as per ISO. We are in compliance with </a:t>
              </a:r>
              <a:r>
                <a:rPr kumimoji="0" lang="en-GB" sz="1200" b="0" i="0" u="none" strike="noStrike" kern="1200" cap="none" spc="0" normalizeH="0" baseline="0" noProof="0">
                  <a:ln>
                    <a:noFill/>
                  </a:ln>
                  <a:solidFill>
                    <a:srgbClr val="002554"/>
                  </a:solidFill>
                  <a:effectLst/>
                  <a:uLnTx/>
                  <a:uFillTx/>
                  <a:latin typeface="Arial"/>
                  <a:ea typeface="+mn-ea"/>
                  <a:cs typeface="+mn-cs"/>
                </a:rPr>
                <a:t>ISO 20252:2019</a:t>
              </a:r>
              <a:endParaRPr kumimoji="0" lang="en-GB" sz="1200" b="0" i="0" u="none" strike="noStrike" kern="1200" cap="none" spc="0" normalizeH="0" baseline="0" noProof="0" dirty="0">
                <a:ln>
                  <a:noFill/>
                </a:ln>
                <a:solidFill>
                  <a:srgbClr val="002554"/>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A1B6D152-741E-4388-9002-272E8086C8D7}"/>
                </a:ext>
              </a:extLst>
            </p:cNvPr>
            <p:cNvSpPr/>
            <p:nvPr/>
          </p:nvSpPr>
          <p:spPr>
            <a:xfrm>
              <a:off x="8528910" y="2210805"/>
              <a:ext cx="2737070" cy="601356"/>
            </a:xfrm>
            <a:custGeom>
              <a:avLst/>
              <a:gdLst>
                <a:gd name="connsiteX0" fmla="*/ 227587 w 2737070"/>
                <a:gd name="connsiteY0" fmla="*/ 0 h 601356"/>
                <a:gd name="connsiteX1" fmla="*/ 2509483 w 2737070"/>
                <a:gd name="connsiteY1" fmla="*/ 0 h 601356"/>
                <a:gd name="connsiteX2" fmla="*/ 2737070 w 2737070"/>
                <a:gd name="connsiteY2" fmla="*/ 227587 h 601356"/>
                <a:gd name="connsiteX3" fmla="*/ 2737070 w 2737070"/>
                <a:gd name="connsiteY3" fmla="*/ 601356 h 601356"/>
                <a:gd name="connsiteX4" fmla="*/ 0 w 2737070"/>
                <a:gd name="connsiteY4" fmla="*/ 601356 h 601356"/>
                <a:gd name="connsiteX5" fmla="*/ 0 w 2737070"/>
                <a:gd name="connsiteY5" fmla="*/ 227587 h 601356"/>
                <a:gd name="connsiteX6" fmla="*/ 227587 w 2737070"/>
                <a:gd name="connsiteY6" fmla="*/ 0 h 60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070" h="601356">
                  <a:moveTo>
                    <a:pt x="227587" y="0"/>
                  </a:moveTo>
                  <a:lnTo>
                    <a:pt x="2509483" y="0"/>
                  </a:lnTo>
                  <a:cubicBezTo>
                    <a:pt x="2635176" y="0"/>
                    <a:pt x="2737070" y="101894"/>
                    <a:pt x="2737070" y="227587"/>
                  </a:cubicBezTo>
                  <a:lnTo>
                    <a:pt x="2737070" y="601356"/>
                  </a:lnTo>
                  <a:lnTo>
                    <a:pt x="0" y="601356"/>
                  </a:lnTo>
                  <a:lnTo>
                    <a:pt x="0" y="227587"/>
                  </a:lnTo>
                  <a:cubicBezTo>
                    <a:pt x="0" y="101894"/>
                    <a:pt x="101894" y="0"/>
                    <a:pt x="22758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all" spc="0" normalizeH="0" baseline="0" noProof="0" dirty="0">
                  <a:ln>
                    <a:noFill/>
                  </a:ln>
                  <a:solidFill>
                    <a:prstClr val="white"/>
                  </a:solidFill>
                  <a:effectLst/>
                  <a:uLnTx/>
                  <a:uFillTx/>
                  <a:latin typeface="Arial Black"/>
                  <a:ea typeface="+mn-ea"/>
                  <a:cs typeface="+mn-cs"/>
                </a:rPr>
                <a:t>ISO</a:t>
              </a:r>
            </a:p>
          </p:txBody>
        </p:sp>
        <p:pic>
          <p:nvPicPr>
            <p:cNvPr id="39" name="Picture Placeholder 89">
              <a:extLst>
                <a:ext uri="{FF2B5EF4-FFF2-40B4-BE49-F238E27FC236}">
                  <a16:creationId xmlns:a16="http://schemas.microsoft.com/office/drawing/2014/main" id="{645DC143-5062-4A0F-BD3F-4068C1CCC6EF}"/>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108" r="108"/>
            <a:stretch/>
          </p:blipFill>
          <p:spPr>
            <a:xfrm>
              <a:off x="3319139" y="5046678"/>
              <a:ext cx="1530350" cy="703209"/>
            </a:xfrm>
            <a:prstGeom prst="rect">
              <a:avLst/>
            </a:prstGeom>
          </p:spPr>
        </p:pic>
        <p:pic>
          <p:nvPicPr>
            <p:cNvPr id="40" name="Picture Placeholder 85">
              <a:extLst>
                <a:ext uri="{FF2B5EF4-FFF2-40B4-BE49-F238E27FC236}">
                  <a16:creationId xmlns:a16="http://schemas.microsoft.com/office/drawing/2014/main" id="{7B5DBC19-5ED3-4F6B-B814-D619B0AA778D}"/>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119" b="119"/>
            <a:stretch/>
          </p:blipFill>
          <p:spPr>
            <a:xfrm>
              <a:off x="6189499" y="5046677"/>
              <a:ext cx="1602761" cy="703209"/>
            </a:xfrm>
            <a:prstGeom prst="rect">
              <a:avLst/>
            </a:prstGeom>
          </p:spPr>
        </p:pic>
        <p:pic>
          <p:nvPicPr>
            <p:cNvPr id="41" name="Picture Placeholder 93">
              <a:extLst>
                <a:ext uri="{FF2B5EF4-FFF2-40B4-BE49-F238E27FC236}">
                  <a16:creationId xmlns:a16="http://schemas.microsoft.com/office/drawing/2014/main" id="{5E0083D9-36BD-457A-BBA6-339650E91A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118" r="-16118"/>
            <a:stretch/>
          </p:blipFill>
          <p:spPr>
            <a:xfrm>
              <a:off x="9073113" y="5036606"/>
              <a:ext cx="1648665" cy="723350"/>
            </a:xfrm>
            <a:prstGeom prst="rect">
              <a:avLst/>
            </a:prstGeom>
          </p:spPr>
        </p:pic>
        <p:cxnSp>
          <p:nvCxnSpPr>
            <p:cNvPr id="8" name="Straight Connector 7">
              <a:extLst>
                <a:ext uri="{FF2B5EF4-FFF2-40B4-BE49-F238E27FC236}">
                  <a16:creationId xmlns:a16="http://schemas.microsoft.com/office/drawing/2014/main" id="{A2290B1D-7D02-4838-B32E-B3FD8D22BB66}"/>
                </a:ext>
              </a:extLst>
            </p:cNvPr>
            <p:cNvCxnSpPr>
              <a:cxnSpLocks/>
            </p:cNvCxnSpPr>
            <p:nvPr/>
          </p:nvCxnSpPr>
          <p:spPr>
            <a:xfrm>
              <a:off x="2923026" y="4910328"/>
              <a:ext cx="232257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1392518-9CF2-47AD-AD10-AE09AFCABC19}"/>
                </a:ext>
              </a:extLst>
            </p:cNvPr>
            <p:cNvCxnSpPr>
              <a:cxnSpLocks/>
            </p:cNvCxnSpPr>
            <p:nvPr/>
          </p:nvCxnSpPr>
          <p:spPr>
            <a:xfrm>
              <a:off x="5829591" y="4910328"/>
              <a:ext cx="232257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7B77265-77A3-4479-83E5-0F59B7FE4A41}"/>
                </a:ext>
              </a:extLst>
            </p:cNvPr>
            <p:cNvCxnSpPr>
              <a:cxnSpLocks/>
            </p:cNvCxnSpPr>
            <p:nvPr/>
          </p:nvCxnSpPr>
          <p:spPr>
            <a:xfrm>
              <a:off x="8736157" y="4910328"/>
              <a:ext cx="232257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17248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ZoneTexte 18">
            <a:extLst>
              <a:ext uri="{FF2B5EF4-FFF2-40B4-BE49-F238E27FC236}">
                <a16:creationId xmlns:a16="http://schemas.microsoft.com/office/drawing/2014/main" id="{0E136943-8177-4DA9-8B48-8C1D088B10FB}"/>
              </a:ext>
            </a:extLst>
          </p:cNvPr>
          <p:cNvSpPr txBox="1"/>
          <p:nvPr/>
        </p:nvSpPr>
        <p:spPr>
          <a:xfrm>
            <a:off x="587468" y="987684"/>
            <a:ext cx="3219426" cy="5232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a:ea typeface="+mn-ea"/>
                <a:cs typeface="+mn-cs"/>
              </a:rPr>
              <a:t>ABOUT IPSOS</a:t>
            </a:r>
          </a:p>
        </p:txBody>
      </p:sp>
      <p:sp>
        <p:nvSpPr>
          <p:cNvPr id="20" name="ZoneTexte 19">
            <a:extLst>
              <a:ext uri="{FF2B5EF4-FFF2-40B4-BE49-F238E27FC236}">
                <a16:creationId xmlns:a16="http://schemas.microsoft.com/office/drawing/2014/main" id="{E5CD3CC3-D6A9-4843-BAA5-63B9D755CE94}"/>
              </a:ext>
            </a:extLst>
          </p:cNvPr>
          <p:cNvSpPr txBox="1"/>
          <p:nvPr/>
        </p:nvSpPr>
        <p:spPr>
          <a:xfrm>
            <a:off x="479376" y="1817093"/>
            <a:ext cx="4753004" cy="322543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Arial"/>
                <a:ea typeface="+mn-ea"/>
                <a:cs typeface="+mn-cs"/>
              </a:rPr>
              <a:t>Ipsos is the third largest market research company in the world, present in 90 markets and employing more than 18,000 people.</a:t>
            </a:r>
            <a:endParaRPr kumimoji="0" lang="fr-FR" sz="1200" b="0" i="0" u="none" strike="noStrike" kern="1200" cap="none" spc="0" normalizeH="0" baseline="0" noProof="0" dirty="0">
              <a:ln>
                <a:noFill/>
              </a:ln>
              <a:solidFill>
                <a:prstClr val="white"/>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Arial"/>
                <a:ea typeface="+mn-ea"/>
                <a:cs typeface="+mn-cs"/>
              </a:rPr>
              <a:t>Our research professionals, analysts and scientists have built unique multi-specialist capabilities that provide powerful insights into the actions, opinions and motivations of citizens, consumers, patients, customers or employees. Our 75 business solutions are based on primary data coming from our surveys, social media monitoring, and qualitative or observational techniques.</a:t>
            </a:r>
            <a:endParaRPr kumimoji="0" lang="fr-FR" sz="1200" b="0" i="0" u="none" strike="noStrike" kern="1200" cap="none" spc="0" normalizeH="0" baseline="0" noProof="0" dirty="0">
              <a:ln>
                <a:noFill/>
              </a:ln>
              <a:solidFill>
                <a:prstClr val="white"/>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Arial"/>
                <a:ea typeface="+mn-ea"/>
                <a:cs typeface="+mn-cs"/>
              </a:rPr>
              <a:t>“Game Changers” – our tagline – summarises our ambition to help our 5,000 clients to navigate more easily our deeply changing world.</a:t>
            </a:r>
            <a:endParaRPr kumimoji="0" lang="fr-FR" sz="1200" b="0" i="0" u="none" strike="noStrike" kern="1200" cap="none" spc="0" normalizeH="0" baseline="0" noProof="0" dirty="0">
              <a:ln>
                <a:noFill/>
              </a:ln>
              <a:solidFill>
                <a:prstClr val="white"/>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Arial"/>
                <a:ea typeface="+mn-ea"/>
                <a:cs typeface="+mn-cs"/>
              </a:rPr>
              <a:t>Founded in France in 1975, Ipsos is listed on the Euronext Paris since July 1st, 1999. The company is part of the SBF 120 and the Mid-60 index and is eligible for the Deferred Settlement Service (SRD).</a:t>
            </a:r>
            <a:endParaRPr kumimoji="0" lang="fr-FR" sz="1200" b="0" i="0" u="none" strike="noStrike" kern="1200" cap="none" spc="0" normalizeH="0" baseline="0" noProof="0" dirty="0">
              <a:ln>
                <a:noFill/>
              </a:ln>
              <a:solidFill>
                <a:prstClr val="white"/>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Arial"/>
                <a:ea typeface="+mn-ea"/>
                <a:cs typeface="+mn-cs"/>
              </a:rPr>
              <a:t>ISIN code FR0000073298, Reuters ISOS.PA, Bloomberg IPS:FP</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Arial"/>
                <a:ea typeface="+mn-ea"/>
                <a:cs typeface="+mn-cs"/>
              </a:rPr>
              <a:t>www.ipsos.com</a:t>
            </a:r>
          </a:p>
        </p:txBody>
      </p:sp>
      <p:sp>
        <p:nvSpPr>
          <p:cNvPr id="21" name="ZoneTexte 20">
            <a:extLst>
              <a:ext uri="{FF2B5EF4-FFF2-40B4-BE49-F238E27FC236}">
                <a16:creationId xmlns:a16="http://schemas.microsoft.com/office/drawing/2014/main" id="{D89FBBE5-D1FA-4410-B71A-108B0858767A}"/>
              </a:ext>
            </a:extLst>
          </p:cNvPr>
          <p:cNvSpPr txBox="1"/>
          <p:nvPr/>
        </p:nvSpPr>
        <p:spPr>
          <a:xfrm>
            <a:off x="6708068" y="987684"/>
            <a:ext cx="4253509" cy="5232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2F469C"/>
                </a:solidFill>
                <a:effectLst/>
                <a:uLnTx/>
                <a:uFillTx/>
                <a:latin typeface="Arial"/>
                <a:ea typeface="+mn-ea"/>
                <a:cs typeface="+mn-cs"/>
              </a:rPr>
              <a:t>GAME CHANGERS</a:t>
            </a:r>
          </a:p>
        </p:txBody>
      </p:sp>
      <p:sp>
        <p:nvSpPr>
          <p:cNvPr id="22" name="ZoneTexte 21">
            <a:extLst>
              <a:ext uri="{FF2B5EF4-FFF2-40B4-BE49-F238E27FC236}">
                <a16:creationId xmlns:a16="http://schemas.microsoft.com/office/drawing/2014/main" id="{301C559C-1139-4318-9106-2EC1DBA54D80}"/>
              </a:ext>
            </a:extLst>
          </p:cNvPr>
          <p:cNvSpPr txBox="1"/>
          <p:nvPr/>
        </p:nvSpPr>
        <p:spPr>
          <a:xfrm>
            <a:off x="6708068" y="1817092"/>
            <a:ext cx="4464972" cy="34163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In our world of rapid change, the need for reliable information</a:t>
            </a:r>
            <a:br>
              <a:rPr kumimoji="0" lang="en-US" sz="1200" b="0" i="0" u="none" strike="noStrike" kern="1200" cap="none" spc="0" normalizeH="0" baseline="0" noProof="0" dirty="0">
                <a:ln>
                  <a:noFill/>
                </a:ln>
                <a:solidFill>
                  <a:prstClr val="black"/>
                </a:solidFill>
                <a:effectLst/>
                <a:uLnTx/>
                <a:uFillTx/>
                <a:latin typeface="Arial"/>
                <a:ea typeface="+mn-ea"/>
                <a:cs typeface="+mn-cs"/>
              </a:rPr>
            </a:br>
            <a:r>
              <a:rPr kumimoji="0" lang="en-US" sz="1200" b="0" i="0" u="none" strike="noStrike" kern="1200" cap="none" spc="0" normalizeH="0" baseline="0" noProof="0" dirty="0">
                <a:ln>
                  <a:noFill/>
                </a:ln>
                <a:solidFill>
                  <a:prstClr val="black"/>
                </a:solidFill>
                <a:effectLst/>
                <a:uLnTx/>
                <a:uFillTx/>
                <a:latin typeface="Arial"/>
                <a:ea typeface="+mn-ea"/>
                <a:cs typeface="+mn-cs"/>
              </a:rPr>
              <a:t>to make confident decisions has never been greater.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At Ipsos we believe our clients need more than a data supplier, they need a partner who can produce accurate and relevant information and turn it into actionable truth.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This is why our passionately curious experts not only provide the most precise measurement, but shape it to provide True Understanding of Society, Markets and People.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To do this we use the best of science, technology</a:t>
            </a:r>
            <a:br>
              <a:rPr kumimoji="0" lang="en-US" sz="1200" b="0" i="0" u="none" strike="noStrike" kern="1200" cap="none" spc="0" normalizeH="0" baseline="0" noProof="0" dirty="0">
                <a:ln>
                  <a:noFill/>
                </a:ln>
                <a:solidFill>
                  <a:prstClr val="black"/>
                </a:solidFill>
                <a:effectLst/>
                <a:uLnTx/>
                <a:uFillTx/>
                <a:latin typeface="Arial"/>
                <a:ea typeface="+mn-ea"/>
                <a:cs typeface="+mn-cs"/>
              </a:rPr>
            </a:br>
            <a:r>
              <a:rPr kumimoji="0" lang="en-US" sz="1200" b="0" i="0" u="none" strike="noStrike" kern="1200" cap="none" spc="0" normalizeH="0" baseline="0" noProof="0" dirty="0">
                <a:ln>
                  <a:noFill/>
                </a:ln>
                <a:solidFill>
                  <a:prstClr val="black"/>
                </a:solidFill>
                <a:effectLst/>
                <a:uLnTx/>
                <a:uFillTx/>
                <a:latin typeface="Arial"/>
                <a:ea typeface="+mn-ea"/>
                <a:cs typeface="+mn-cs"/>
              </a:rPr>
              <a:t>and know-how and apply the principles of security, simplicity, speed and  substance to everything we do.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So that our clients can act faster, smarter and bolder.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Ultimately, success comes down to a simple truth: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a:ea typeface="+mn-ea"/>
                <a:cs typeface="+mn-cs"/>
              </a:rPr>
              <a:t>You act better when, you are sure.</a:t>
            </a:r>
          </a:p>
        </p:txBody>
      </p:sp>
      <p:cxnSp>
        <p:nvCxnSpPr>
          <p:cNvPr id="14" name="Straight Connector 43">
            <a:extLst>
              <a:ext uri="{FF2B5EF4-FFF2-40B4-BE49-F238E27FC236}">
                <a16:creationId xmlns:a16="http://schemas.microsoft.com/office/drawing/2014/main" id="{F1A3D135-64D9-4691-9BE9-11E9EBA78490}"/>
              </a:ext>
            </a:extLst>
          </p:cNvPr>
          <p:cNvCxnSpPr>
            <a:cxnSpLocks/>
          </p:cNvCxnSpPr>
          <p:nvPr/>
        </p:nvCxnSpPr>
        <p:spPr>
          <a:xfrm>
            <a:off x="6708068" y="1620456"/>
            <a:ext cx="4176464" cy="0"/>
          </a:xfrm>
          <a:prstGeom prst="line">
            <a:avLst/>
          </a:prstGeom>
          <a:ln w="12700">
            <a:gradFill flip="none" rotWithShape="1">
              <a:gsLst>
                <a:gs pos="0">
                  <a:schemeClr val="bg2"/>
                </a:gs>
                <a:gs pos="100000">
                  <a:schemeClr val="bg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6" name="Straight Connector 43">
            <a:extLst>
              <a:ext uri="{FF2B5EF4-FFF2-40B4-BE49-F238E27FC236}">
                <a16:creationId xmlns:a16="http://schemas.microsoft.com/office/drawing/2014/main" id="{F59AF816-D4BC-4453-8D5D-2A4F36A0CC48}"/>
              </a:ext>
            </a:extLst>
          </p:cNvPr>
          <p:cNvCxnSpPr>
            <a:cxnSpLocks/>
          </p:cNvCxnSpPr>
          <p:nvPr/>
        </p:nvCxnSpPr>
        <p:spPr>
          <a:xfrm>
            <a:off x="497987" y="1620456"/>
            <a:ext cx="4445885" cy="0"/>
          </a:xfrm>
          <a:prstGeom prst="line">
            <a:avLst/>
          </a:prstGeom>
          <a:ln w="12700">
            <a:gradFill flip="none" rotWithShape="1">
              <a:gsLst>
                <a:gs pos="0">
                  <a:schemeClr val="bg1"/>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603604A-A435-0AEA-9A49-D4A8CBA29F7C}"/>
              </a:ext>
            </a:extLst>
          </p:cNvPr>
          <p:cNvGrpSpPr/>
          <p:nvPr/>
        </p:nvGrpSpPr>
        <p:grpSpPr>
          <a:xfrm>
            <a:off x="479376" y="5232991"/>
            <a:ext cx="5256584" cy="859536"/>
            <a:chOff x="479376" y="5232991"/>
            <a:chExt cx="5256584" cy="859536"/>
          </a:xfrm>
        </p:grpSpPr>
        <p:pic>
          <p:nvPicPr>
            <p:cNvPr id="3" name="Picture 2" descr="A close-up of a logo&#10;&#10;Description automatically generated">
              <a:extLst>
                <a:ext uri="{FF2B5EF4-FFF2-40B4-BE49-F238E27FC236}">
                  <a16:creationId xmlns:a16="http://schemas.microsoft.com/office/drawing/2014/main" id="{242EF611-6C4D-8471-45E1-1A1C7DD1A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376" y="5232991"/>
              <a:ext cx="1481477" cy="859536"/>
            </a:xfrm>
            <a:prstGeom prst="rect">
              <a:avLst/>
            </a:prstGeom>
          </p:spPr>
        </p:pic>
        <p:sp>
          <p:nvSpPr>
            <p:cNvPr id="9" name="Rectangle 8">
              <a:extLst>
                <a:ext uri="{FF2B5EF4-FFF2-40B4-BE49-F238E27FC236}">
                  <a16:creationId xmlns:a16="http://schemas.microsoft.com/office/drawing/2014/main" id="{BA4AF4D8-BB80-9315-6136-0F2AD5A6FB28}"/>
                </a:ext>
              </a:extLst>
            </p:cNvPr>
            <p:cNvSpPr/>
            <p:nvPr/>
          </p:nvSpPr>
          <p:spPr>
            <a:xfrm>
              <a:off x="2045787" y="5344010"/>
              <a:ext cx="3690173" cy="637498"/>
            </a:xfrm>
            <a:prstGeom prst="rect">
              <a:avLst/>
            </a:prstGeom>
          </p:spPr>
          <p:txBody>
            <a:bodyPr wrap="square" lIns="0" tIns="0" rIns="0" bIns="0" anchor="ctr" anchorCtr="0">
              <a:normAutofit lnSpcReduction="10000"/>
            </a:bodyPr>
            <a:lstStyle/>
            <a:p>
              <a:pPr marL="0" marR="0" lvl="0" indent="0" algn="l" defTabSz="924282" rtl="0" eaLnBrk="1" fontAlgn="auto" latinLnBrk="0" hangingPunct="1">
                <a:lnSpc>
                  <a:spcPct val="100000"/>
                </a:lnSpc>
                <a:spcBef>
                  <a:spcPts val="0"/>
                </a:spcBef>
                <a:spcAft>
                  <a:spcPts val="0"/>
                </a:spcAft>
                <a:buClrTx/>
                <a:buSzTx/>
                <a:buFontTx/>
                <a:buNone/>
                <a:tabLst/>
                <a:defRPr/>
              </a:pPr>
              <a:r>
                <a:rPr lang="en-ZA" sz="1050" dirty="0">
                  <a:solidFill>
                    <a:schemeClr val="bg1"/>
                  </a:solidFill>
                </a:rPr>
                <a:t>Ipsos complies to ISO 20252 :2019 when executing a research project. Ipsos was certified by SGS United Kingdom Ltd, </a:t>
              </a:r>
              <a:r>
                <a:rPr lang="en-US" sz="1050" dirty="0">
                  <a:solidFill>
                    <a:schemeClr val="bg1"/>
                  </a:solidFill>
                </a:rPr>
                <a:t>list of certified characteristics available upon request or on </a:t>
              </a:r>
              <a:r>
                <a:rPr lang="en-US" sz="1050" dirty="0">
                  <a:solidFill>
                    <a:schemeClr val="bg1"/>
                  </a:solidFill>
                  <a:hlinkClick r:id="rId3">
                    <a:extLst>
                      <a:ext uri="{A12FA001-AC4F-418D-AE19-62706E023703}">
                        <ahyp:hlinkClr xmlns:ahyp="http://schemas.microsoft.com/office/drawing/2018/hyperlinkcolor" val="tx"/>
                      </a:ext>
                    </a:extLst>
                  </a:hlinkClick>
                </a:rPr>
                <a:t>www.sgs.com/standard</a:t>
              </a:r>
              <a:r>
                <a:rPr lang="en-US" sz="1050" dirty="0">
                  <a:solidFill>
                    <a:schemeClr val="bg1"/>
                  </a:solidFill>
                </a:rPr>
                <a:t>. </a:t>
              </a:r>
              <a:endParaRPr lang="en-GB" sz="1050" dirty="0">
                <a:solidFill>
                  <a:schemeClr val="bg1"/>
                </a:solidFill>
              </a:endParaRPr>
            </a:p>
          </p:txBody>
        </p:sp>
      </p:grpSp>
    </p:spTree>
    <p:extLst>
      <p:ext uri="{BB962C8B-B14F-4D97-AF65-F5344CB8AC3E}">
        <p14:creationId xmlns:p14="http://schemas.microsoft.com/office/powerpoint/2010/main" val="435326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A283172C-A832-A130-95DE-6B6A2E5FD0F8}"/>
              </a:ext>
            </a:extLst>
          </p:cNvPr>
          <p:cNvSpPr>
            <a:spLocks noGrp="1"/>
          </p:cNvSpPr>
          <p:nvPr>
            <p:ph type="title"/>
          </p:nvPr>
        </p:nvSpPr>
        <p:spPr>
          <a:xfrm>
            <a:off x="456896" y="1358900"/>
            <a:ext cx="5921375" cy="715963"/>
          </a:xfrm>
        </p:spPr>
        <p:txBody>
          <a:bodyPr>
            <a:noAutofit/>
          </a:bodyPr>
          <a:lstStyle/>
          <a:p>
            <a:pPr>
              <a:lnSpc>
                <a:spcPts val="9600"/>
              </a:lnSpc>
            </a:pPr>
            <a:r>
              <a:rPr lang="en-GB" sz="9600" dirty="0"/>
              <a:t>THANK </a:t>
            </a:r>
            <a:br>
              <a:rPr lang="en-GB" sz="9600" dirty="0"/>
            </a:br>
            <a:r>
              <a:rPr lang="en-GB" sz="9600" dirty="0"/>
              <a:t>YOU</a:t>
            </a:r>
          </a:p>
        </p:txBody>
      </p:sp>
      <p:sp>
        <p:nvSpPr>
          <p:cNvPr id="3" name="Triangle">
            <a:extLst>
              <a:ext uri="{FF2B5EF4-FFF2-40B4-BE49-F238E27FC236}">
                <a16:creationId xmlns:a16="http://schemas.microsoft.com/office/drawing/2014/main" id="{782C7F1D-FAE5-2571-7371-F778BBAA1819}"/>
              </a:ext>
              <a:ext uri="{C183D7F6-B498-43B3-948B-1728B52AA6E4}">
                <adec:decorative xmlns:adec="http://schemas.microsoft.com/office/drawing/2017/decorative" val="1"/>
              </a:ext>
            </a:extLst>
          </p:cNvPr>
          <p:cNvSpPr/>
          <p:nvPr/>
        </p:nvSpPr>
        <p:spPr>
          <a:xfrm rot="16200000">
            <a:off x="8763000" y="3429000"/>
            <a:ext cx="3429000" cy="342900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dirty="0" err="1">
              <a:solidFill>
                <a:schemeClr val="tx1"/>
              </a:solidFill>
            </a:endParaRPr>
          </a:p>
        </p:txBody>
      </p:sp>
      <p:sp>
        <p:nvSpPr>
          <p:cNvPr id="16" name="Parallelogram 1">
            <a:extLst>
              <a:ext uri="{FF2B5EF4-FFF2-40B4-BE49-F238E27FC236}">
                <a16:creationId xmlns:a16="http://schemas.microsoft.com/office/drawing/2014/main" id="{6A9256A1-5497-7BFC-A417-9F3E95609751}"/>
              </a:ext>
              <a:ext uri="{C183D7F6-B498-43B3-948B-1728B52AA6E4}">
                <adec:decorative xmlns:adec="http://schemas.microsoft.com/office/drawing/2017/decorative" val="1"/>
              </a:ext>
            </a:extLst>
          </p:cNvPr>
          <p:cNvSpPr/>
          <p:nvPr/>
        </p:nvSpPr>
        <p:spPr>
          <a:xfrm rot="8100000">
            <a:off x="6193331" y="446791"/>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dirty="0" err="1">
              <a:solidFill>
                <a:schemeClr val="tx1"/>
              </a:solidFill>
            </a:endParaRPr>
          </a:p>
        </p:txBody>
      </p:sp>
      <p:sp>
        <p:nvSpPr>
          <p:cNvPr id="15" name="Parallelogram 2">
            <a:extLst>
              <a:ext uri="{FF2B5EF4-FFF2-40B4-BE49-F238E27FC236}">
                <a16:creationId xmlns:a16="http://schemas.microsoft.com/office/drawing/2014/main" id="{353BA329-9F00-C0FE-FF7A-D00168B9A144}"/>
              </a:ext>
              <a:ext uri="{C183D7F6-B498-43B3-948B-1728B52AA6E4}">
                <adec:decorative xmlns:adec="http://schemas.microsoft.com/office/drawing/2017/decorative" val="1"/>
              </a:ext>
            </a:extLst>
          </p:cNvPr>
          <p:cNvSpPr/>
          <p:nvPr/>
        </p:nvSpPr>
        <p:spPr>
          <a:xfrm rot="8100000">
            <a:off x="8065079" y="5561714"/>
            <a:ext cx="3313714" cy="849494"/>
          </a:xfrm>
          <a:custGeom>
            <a:avLst/>
            <a:gdLst>
              <a:gd name="connsiteX0" fmla="*/ 2464220 w 3313714"/>
              <a:gd name="connsiteY0" fmla="*/ 0 h 849494"/>
              <a:gd name="connsiteX1" fmla="*/ 3313714 w 3313714"/>
              <a:gd name="connsiteY1" fmla="*/ 849494 h 849494"/>
              <a:gd name="connsiteX2" fmla="*/ 849494 w 3313714"/>
              <a:gd name="connsiteY2" fmla="*/ 849494 h 849494"/>
              <a:gd name="connsiteX3" fmla="*/ 0 w 3313714"/>
              <a:gd name="connsiteY3" fmla="*/ 0 h 849494"/>
            </a:gdLst>
            <a:ahLst/>
            <a:cxnLst>
              <a:cxn ang="0">
                <a:pos x="connsiteX0" y="connsiteY0"/>
              </a:cxn>
              <a:cxn ang="0">
                <a:pos x="connsiteX1" y="connsiteY1"/>
              </a:cxn>
              <a:cxn ang="0">
                <a:pos x="connsiteX2" y="connsiteY2"/>
              </a:cxn>
              <a:cxn ang="0">
                <a:pos x="connsiteX3" y="connsiteY3"/>
              </a:cxn>
            </a:cxnLst>
            <a:rect l="l" t="t" r="r" b="b"/>
            <a:pathLst>
              <a:path w="3313714" h="849494">
                <a:moveTo>
                  <a:pt x="2464220" y="0"/>
                </a:moveTo>
                <a:lnTo>
                  <a:pt x="3313714" y="849494"/>
                </a:lnTo>
                <a:lnTo>
                  <a:pt x="849494" y="84949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110000"/>
              </a:lnSpc>
            </a:pPr>
            <a:endParaRPr lang="en-GB" sz="1400" dirty="0" err="1">
              <a:solidFill>
                <a:schemeClr val="tx1"/>
              </a:solidFill>
            </a:endParaRPr>
          </a:p>
        </p:txBody>
      </p:sp>
      <p:pic>
        <p:nvPicPr>
          <p:cNvPr id="2" name="Ipsos Logo">
            <a:extLst>
              <a:ext uri="{FF2B5EF4-FFF2-40B4-BE49-F238E27FC236}">
                <a16:creationId xmlns:a16="http://schemas.microsoft.com/office/drawing/2014/main" id="{5D76E087-EDBD-CB8F-DD4F-4118033B259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3361" y="6173519"/>
            <a:ext cx="492637" cy="446920"/>
          </a:xfrm>
          <a:prstGeom prst="rect">
            <a:avLst/>
          </a:prstGeom>
        </p:spPr>
      </p:pic>
    </p:spTree>
    <p:extLst>
      <p:ext uri="{BB962C8B-B14F-4D97-AF65-F5344CB8AC3E}">
        <p14:creationId xmlns:p14="http://schemas.microsoft.com/office/powerpoint/2010/main" val="41532880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Vo7_3qjqHV5WQG8hzlRBnw"/>
</p:tagLst>
</file>

<file path=ppt/theme/theme1.xml><?xml version="1.0" encoding="utf-8"?>
<a:theme xmlns:a="http://schemas.openxmlformats.org/drawingml/2006/main" name="Theme1">
  <a:themeElements>
    <a:clrScheme name="Ipsos_2024_v2">
      <a:dk1>
        <a:srgbClr val="000000"/>
      </a:dk1>
      <a:lt1>
        <a:sysClr val="window" lastClr="FFFFFF"/>
      </a:lt1>
      <a:dk2>
        <a:srgbClr val="1DAFAD"/>
      </a:dk2>
      <a:lt2>
        <a:srgbClr val="103C50"/>
      </a:lt2>
      <a:accent1>
        <a:srgbClr val="121B5A"/>
      </a:accent1>
      <a:accent2>
        <a:srgbClr val="E2DA51"/>
      </a:accent2>
      <a:accent3>
        <a:srgbClr val="FF740F"/>
      </a:accent3>
      <a:accent4>
        <a:srgbClr val="452567"/>
      </a:accent4>
      <a:accent5>
        <a:srgbClr val="E50158"/>
      </a:accent5>
      <a:accent6>
        <a:srgbClr val="9FE5D8"/>
      </a:accent6>
      <a:hlink>
        <a:srgbClr val="2F469C"/>
      </a:hlink>
      <a:folHlink>
        <a:srgbClr val="84329B"/>
      </a:folHlink>
    </a:clrScheme>
    <a:fontScheme name="Ipsos General">
      <a:majorFont>
        <a:latin typeface="Barlow Semi Condensed ExtraBold"/>
        <a:ea typeface=""/>
        <a:cs typeface=""/>
      </a:majorFont>
      <a:minorFont>
        <a:latin typeface="Barl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7EBF0"/>
        </a:solidFill>
        <a:ln>
          <a:noFill/>
        </a:ln>
      </a:spPr>
      <a:bodyPr rtlCol="0" anchor="t"/>
      <a:lstStyle>
        <a:defPPr algn="l">
          <a:lnSpc>
            <a:spcPct val="115000"/>
          </a:lnSpc>
          <a:spcBef>
            <a:spcPts val="400"/>
          </a:spcBef>
          <a:spcAft>
            <a:spcPts val="400"/>
          </a:spcAft>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5000"/>
          </a:lnSpc>
          <a:spcBef>
            <a:spcPts val="400"/>
          </a:spcBef>
          <a:spcAft>
            <a:spcPts val="400"/>
          </a:spcAft>
          <a:buSzPct val="100000"/>
          <a:defRPr sz="1200" dirty="0" smtClean="0"/>
        </a:defPPr>
      </a:lstStyle>
    </a:txDef>
  </a:objectDefaults>
  <a:extraClrSchemeLst/>
  <a:custClrLst>
    <a:custClr name="Green">
      <a:srgbClr val="2DB574"/>
    </a:custClr>
    <a:custClr name="Sky Blue">
      <a:srgbClr val="A5CEE3"/>
    </a:custClr>
    <a:custClr name="Lilac">
      <a:srgbClr val="E3D8F0"/>
    </a:custClr>
    <a:custClr name="Pastel Pink">
      <a:srgbClr val="FFE1EC"/>
    </a:custClr>
    <a:custClr name="Yellow Meringue">
      <a:srgbClr val="F3F0B9"/>
    </a:custClr>
    <a:custClr name="Delicate Turquoise">
      <a:srgbClr val="9FE5D8"/>
    </a:custClr>
    <a:custClr name=" -- ">
      <a:srgbClr val="FFFFFF"/>
    </a:custClr>
    <a:custClr name="Light Grey">
      <a:srgbClr val="E7EBF0"/>
    </a:custClr>
    <a:custClr name="Mid Grey">
      <a:srgbClr val="585858"/>
    </a:custClr>
  </a:custClrLst>
  <a:extLst>
    <a:ext uri="{05A4C25C-085E-4340-85A3-A5531E510DB2}">
      <thm15:themeFamily xmlns:thm15="http://schemas.microsoft.com/office/thememl/2012/main" name="Ipsos PPT template_general_EN.potx" id="{0639BD29-3AF9-4BC0-8934-64F89D6BEAAC}" vid="{4A1B49A9-9E31-486A-A386-84EBAA94633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Barlow"/>
        <a:font script="Bugi" typeface="Leelawadee UI"/>
        <a:font script="Bopo" typeface="Microsoft JhengHei"/>
        <a:font script="Java" typeface="Javanese Text"/>
        <a:font script="Lisu" typeface="Barlow"/>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panose="020F0502020204030204"/>
        <a:ea typeface=""/>
        <a:cs typeface=""/>
        <a:font script="Jpan" typeface="游ゴシック"/>
        <a:font script="Hang" typeface="맑은 고딕"/>
        <a:font script="Hans" typeface="等线"/>
        <a:font script="Hant" typeface="新細明體"/>
        <a:font script="Arab" typeface="Barlow"/>
        <a:font script="Hebr" typeface="Barlow"/>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Barlow"/>
        <a:font script="Uigh" typeface="Microsoft Uighur"/>
        <a:font script="Geor" typeface="Sylfaen"/>
        <a:font script="Armn" typeface="Barlow"/>
        <a:font script="Bugi" typeface="Leelawadee UI"/>
        <a:font script="Bopo" typeface="Microsoft JhengHei"/>
        <a:font script="Java" typeface="Javanese Text"/>
        <a:font script="Lisu" typeface="Barlow"/>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Barlow"/>
        <a:font script="Bugi" typeface="Leelawadee UI"/>
        <a:font script="Bopo" typeface="Microsoft JhengHei"/>
        <a:font script="Java" typeface="Javanese Text"/>
        <a:font script="Lisu" typeface="Barlow"/>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panose="020F0502020204030204"/>
        <a:ea typeface=""/>
        <a:cs typeface=""/>
        <a:font script="Jpan" typeface="游ゴシック"/>
        <a:font script="Hang" typeface="맑은 고딕"/>
        <a:font script="Hans" typeface="等线"/>
        <a:font script="Hant" typeface="新細明體"/>
        <a:font script="Arab" typeface="Barlow"/>
        <a:font script="Hebr" typeface="Barlow"/>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Barlow"/>
        <a:font script="Uigh" typeface="Microsoft Uighur"/>
        <a:font script="Geor" typeface="Sylfaen"/>
        <a:font script="Armn" typeface="Barlow"/>
        <a:font script="Bugi" typeface="Leelawadee UI"/>
        <a:font script="Bopo" typeface="Microsoft JhengHei"/>
        <a:font script="Java" typeface="Javanese Text"/>
        <a:font script="Lisu" typeface="Barlow"/>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0c470b6-6943-4b25-8840-1f9dda3bdcb8">
      <Terms xmlns="http://schemas.microsoft.com/office/infopath/2007/PartnerControls"/>
    </lcf76f155ced4ddcb4097134ff3c332f>
    <TaxCatchAll xmlns="44624973-eda7-4d1d-840c-1d76c87d6b4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1D53D4CEF66B844AFDAC2928DB807E4" ma:contentTypeVersion="12" ma:contentTypeDescription="Create a new document." ma:contentTypeScope="" ma:versionID="58e54b566db633989dcdba1406f36d7e">
  <xsd:schema xmlns:xsd="http://www.w3.org/2001/XMLSchema" xmlns:xs="http://www.w3.org/2001/XMLSchema" xmlns:p="http://schemas.microsoft.com/office/2006/metadata/properties" xmlns:ns2="10c470b6-6943-4b25-8840-1f9dda3bdcb8" xmlns:ns3="44624973-eda7-4d1d-840c-1d76c87d6b4a" targetNamespace="http://schemas.microsoft.com/office/2006/metadata/properties" ma:root="true" ma:fieldsID="c680aaf79b7fb4e0414865a92fd30b82" ns2:_="" ns3:_="">
    <xsd:import namespace="10c470b6-6943-4b25-8840-1f9dda3bdcb8"/>
    <xsd:import namespace="44624973-eda7-4d1d-840c-1d76c87d6b4a"/>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CR" minOccurs="0"/>
                <xsd:element ref="ns2:MediaServiceGenerationTime" minOccurs="0"/>
                <xsd:element ref="ns2:MediaServiceEventHashCode"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c470b6-6943-4b25-8840-1f9dda3bdcb8"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120647d-17bd-4a63-9afd-bbea8594aced"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4624973-eda7-4d1d-840c-1d76c87d6b4a"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1497375-415a-4fb9-9d71-f8fbfa4e87dc}" ma:internalName="TaxCatchAll" ma:showField="CatchAllData" ma:web="44624973-eda7-4d1d-840c-1d76c87d6b4a">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752AC9-3141-4DBE-9E93-91151A710F39}">
  <ds:schemaRefs>
    <ds:schemaRef ds:uri="http://purl.org/dc/elements/1.1/"/>
    <ds:schemaRef ds:uri="http://www.w3.org/XML/1998/namespace"/>
    <ds:schemaRef ds:uri="http://schemas.microsoft.com/office/2006/documentManagement/types"/>
    <ds:schemaRef ds:uri="http://purl.org/dc/term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44624973-eda7-4d1d-840c-1d76c87d6b4a"/>
    <ds:schemaRef ds:uri="10c470b6-6943-4b25-8840-1f9dda3bdcb8"/>
  </ds:schemaRefs>
</ds:datastoreItem>
</file>

<file path=customXml/itemProps2.xml><?xml version="1.0" encoding="utf-8"?>
<ds:datastoreItem xmlns:ds="http://schemas.openxmlformats.org/officeDocument/2006/customXml" ds:itemID="{676A31D0-D410-459F-8B3A-5041DA332E84}">
  <ds:schemaRefs>
    <ds:schemaRef ds:uri="http://schemas.microsoft.com/sharepoint/v3/contenttype/forms"/>
  </ds:schemaRefs>
</ds:datastoreItem>
</file>

<file path=customXml/itemProps3.xml><?xml version="1.0" encoding="utf-8"?>
<ds:datastoreItem xmlns:ds="http://schemas.openxmlformats.org/officeDocument/2006/customXml" ds:itemID="{C7B3C0B0-E4FC-462A-8A93-94F0160E1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c470b6-6943-4b25-8840-1f9dda3bdcb8"/>
    <ds:schemaRef ds:uri="44624973-eda7-4d1d-840c-1d76c87d6b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Ipsos PPT template_EN_general</Template>
  <TotalTime>8742</TotalTime>
  <Words>2889</Words>
  <Application>Microsoft Office PowerPoint</Application>
  <PresentationFormat>Widescreen</PresentationFormat>
  <Paragraphs>310</Paragraphs>
  <Slides>33</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3" baseType="lpstr">
      <vt:lpstr>Barlow</vt:lpstr>
      <vt:lpstr>Wingdings</vt:lpstr>
      <vt:lpstr>Aharoni</vt:lpstr>
      <vt:lpstr>Wingdings 2</vt:lpstr>
      <vt:lpstr>Arial</vt:lpstr>
      <vt:lpstr>Arial Black</vt:lpstr>
      <vt:lpstr>Barlow Medium</vt:lpstr>
      <vt:lpstr>Calibri</vt:lpstr>
      <vt:lpstr>Theme1</vt:lpstr>
      <vt:lpstr>Diapositive think-cell</vt:lpstr>
      <vt:lpstr>PROJECT Caribbean Multichoice</vt:lpstr>
      <vt:lpstr>PowerPoint Presentation</vt:lpstr>
      <vt:lpstr>BACKGROUND AND OBJECTIVES</vt:lpstr>
      <vt:lpstr>BACKGROUND AND OBJECTIVE</vt:lpstr>
      <vt:lpstr>Methodology</vt:lpstr>
      <vt:lpstr>PowerPoint Presentation</vt:lpstr>
      <vt:lpstr>QUALITY ASSURANCE</vt:lpstr>
      <vt:lpstr>QUALITY ASSURANCE</vt:lpstr>
      <vt:lpstr>QUALITY ASSURANCE METRICS </vt:lpstr>
      <vt:lpstr>QUALITY CONTROL FINDINGS </vt:lpstr>
      <vt:lpstr>QUALITY CONTROL </vt:lpstr>
      <vt:lpstr>QUALITY CONTROL CHECKS</vt:lpstr>
      <vt:lpstr>QUALITY CONTROL CHECKS</vt:lpstr>
      <vt:lpstr>QUALITY FINDINGS</vt:lpstr>
      <vt:lpstr>QUALITY FINDINGS</vt:lpstr>
      <vt:lpstr>QUALITY FINDINGS</vt:lpstr>
      <vt:lpstr>QUALITY FINDINGS</vt:lpstr>
      <vt:lpstr>QUALITY FINDINGS</vt:lpstr>
      <vt:lpstr>QUALITY FINDINGS</vt:lpstr>
      <vt:lpstr>QUALITY FINDINGS</vt:lpstr>
      <vt:lpstr>QUALITY FINDINGS</vt:lpstr>
      <vt:lpstr>QUALITY ACHIEVEMENTS</vt:lpstr>
      <vt:lpstr>ACHIEVEMENT PER REGION</vt:lpstr>
      <vt:lpstr>ACHIEVEMENT PER INTERVIEWER</vt:lpstr>
      <vt:lpstr>FIELDWORK AND  QUALITY CHECKS</vt:lpstr>
      <vt:lpstr>CHALLENGES</vt:lpstr>
      <vt:lpstr>PowerPoint Presentation</vt:lpstr>
      <vt:lpstr>recommendation</vt:lpstr>
      <vt:lpstr>PowerPoint Presentation</vt:lpstr>
      <vt:lpstr>PowerPoint Presentation</vt:lpstr>
      <vt:lpstr>Ipsos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Caribbean Multichoice</dc:title>
  <dc:subject>Ipsos Report</dc:subject>
  <dc:creator>Benedict Kathambi</dc:creator>
  <cp:lastModifiedBy>Collins Ogutu</cp:lastModifiedBy>
  <cp:revision>672</cp:revision>
  <dcterms:created xsi:type="dcterms:W3CDTF">2024-05-07T20:41:00Z</dcterms:created>
  <dcterms:modified xsi:type="dcterms:W3CDTF">2025-04-29T16:12:01Z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0x010100C1D53D4CEF66B844AFDAC2928DB807E4</vt:lpwstr>
  </property>
</Properties>
</file>