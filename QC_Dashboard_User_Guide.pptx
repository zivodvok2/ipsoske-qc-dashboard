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2286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IpsosKE QC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00B5AD"/>
                </a:solidFill>
              </a:rPr>
              <a:t>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4BEDC"/>
                </a:solidFill>
              </a:rPr>
              <a:t>Ipsos Kenya  ·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1.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Open a terminal, navigate to the qc_app folder inside the project directory, then run the following command: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python -m streamlit run app.py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The dashboard will open automatically in your default web browser at http://localhost:8501.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2. Logging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Option A — Guest (Prototype mode)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Click 'Continue as Guest' on the login page. You receive full QC Executive access with no account required. A yellow GUEST badge appears in the sidebar.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Option B — Account Login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Enter your email and password, then click Login.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Default admin account (seeded on first run):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Email:    admin@ipsos.com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Password: admin1234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Self-registration creates an 'Other' account (dashboard view only). An admin must raise the role before the user can upload data or drill into projects.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3. User Roles &amp;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QC Executive — Full access: create users, projects, upload data, drill into all projects.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Operations Manager — Same as QC Executive.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QC Officer — Upload data and drill into assigned projects only.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Project Manager — View and drill into assigned projects. No upload rights.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Researcher — View and drill into assigned projects. No upload rights.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Management — View all projects summary. No drill-down.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Other — Summary dashboard view only. No drill-down.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4. Dashboard (Home Page)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After login you land on the Dashboard showing: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• KPI Strip — Active projects, Total Sample Target, Total Approved interviews, Average Back-check Rate, Total Flagged records.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• Completion Chart — Grouped bar chart: Target vs Approved per project.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• Project Table — Every project with progress bar, BC rate, Listen-in rate, Flagged count, and a View Details button (for roles with drill-down rights).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• Risk &amp; Alert Status — Auto-flags projects nearing their end date, below back-check target, or with a high flagged rate.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• Recent Activity — Last 10 uploads across all projects.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Filters at the top let you narrow by Status (Active / Completed / Paused) and by project End Date range.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5. Admin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Accessible from the sidebar to QC Executive and Operations Manager only.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5.1 User Management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• View all users in the table.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• Change a user's role: select the user, pick a new role, click Update Role.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• Activate / Deactivate: select user, choose action, click Apply.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• Add a new user: fill in Name, Email, Role, Temporary Password, click Create User.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5.2 Project Management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Create a project: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1. Go to Admin -&gt; Project Management.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2. Fill in: Project Name, Client, Sample Target, Start Date, End Date.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3. Set targets with sliders: Back-check % (default 20%), Listen-in % (default 10%), Accompaniment % (default 20%).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4. Click Create Project.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Edit a project: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1. Select the project in 'Edit Project'.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2. All fields are pre-filled — change what you need.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3. Update the Status (Active / Paused / Completed).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4. Click Save Changes.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5.3 Project Assignments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1. Select a project.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2. Current assignees are listed — click Remove to unassign.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3. Multiselect users to add, then click Assign Selected.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5.4 Upload History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Shows every file uploaded across all projects. Admins can delete any upload — this removes both the log entry and all associated data rows.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6. Project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Click View Details on any project row in the Dashboard. You must be assigned to the project (or be QC Executive / Operations Manager).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Header Banner shows at a glance: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Project name and client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Sample Target vs Achieved (±overflow in colour)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Back-check rate vs target ([OK] or [!])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Listen-in rate vs target ([OK] or [!])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Project status badge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Seven sub-tabs are available: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Quality Report | Back-check Report | Cancelled Interviews | Performance Report | Timing Report | Listen-in | Wave Comparison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7. Quality Report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Uploading Data: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1. Expand 'Upload New Data' (opens automatically when no data exists).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2. Optionally enter a Wave / Period label (e.g. 'Wave 1', 'April 2025').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3. Click 'Download Template (.xlsx)' for the correct column format.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4. Upload your iField Excel export.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5. Review the Column Mapping UI: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[Mapped] = required column mapped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[Missing] = required column missing — assign manually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[Optional] = optional column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6. Select any extra project-specific columns to retain.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7. Click Confirm &amp; Save Data.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Required columns: INSTANCE_ID, INTERVIEWER_ID, INTERVIEW_DATE, INTERVIEW_START_TIME, INTERVIEW_END_TIME, DURATION_MINUTES, DURATION_FLAG, STRAIGHT_LINING, LONG_PAUSE, REGION, LOCATION, SAMPLE_POINT_ID, APPROVAL_STATUS.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Optional columns (auto-detected): GPS_STATUS, PHONE_PRESENT, AUDIO_PRESENT, DURATION_VALIDATION, QC_COMMENTS.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What the tab shows after upload: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KPIs: Total Submitted, Approved, Pending, Cancelled, Flagged, Completion %, Avg/Max/Min Duration, Error Rate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Back-checks &amp; Accompaniments block (live count vs target)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Charts: Approval donut, Error type donut, Errors by interviewer, Productivity trend, Duration by interviewer, Duration by region, Status by region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Filters above charts: Interviewer, Region, Status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Quality Queries: auto-detected issues list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Mitigation Measures: standard bullets always shown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Export: Excel (.xlsx) and SAV/SPSS (.sav)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8. Back-check Report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Uploading: Use the template with columns BC_INSTANCE_ID, ORIGINAL_INSTANCE_ID, INTERVIEW_STATUS, REGION, LOCATION, SAMPLE_POINT_ID, BACKCHECKER_ID, INTERVIEWER_ID, SCRIPT_NAME, INTERVIEW_DATE, BACKCHECK_DATE, ERROR_01 through ERROR_13. Error columns are binary (1 = error, 0 = none). iField column names auto-map.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What it shows: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KPIs: Approved interviews, Back-checks Done, Effective Back-checks, BC Rate %, Target %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Gauge chart: Back-check rate vs target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Error type donut: which of the 13 error codes were triggered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Errors by interviewer (stacked bar)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Errors by region (stacked bar)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Export: Excel + SAV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Error codes: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01 Totally fraudulent interview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02 Different respondent name/address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03 Mismatched quotas (age/gender)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04 Wrong usership/recruitment criteria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05 Wrong telephone number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06 Unattainable/invalid telephone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07 Engaged/Answer machine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08 Refused/unable to reach respondent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09 Respondent doesn't remember interview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10 Back-check abandoned/incomplete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11 Interview done on wrong mode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12 Voice recording permission issue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13 Respondent already participated recently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9. Cancelled Interviews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Uploading: Use the template with columns INSTANCE_ID, REGION, INTERVIEWER_ID, INTERVIEW_DATE, INTERVIEW_LENGTH, ACTIVE_LENGTH, GAP_TO_LAST, QF_A through QF_F, INTERVIEWER_PERFORMANCE, BACKCHECK_RESULT_TELEPHONE/F2F/INDEPENDENT.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What it shows: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KPIs: Total Cancellations, Cancellation Rate %, Avg Duration, Avg Gap to Last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Cancellations by Interviewer (horizontal bar)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Cancellations by Region (bar)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Quality Flags Distribution (QF A–F) — donut chart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Gap to Last Interview — histogram of time gaps between consecutive interviews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Export: Excel + SAV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10. Performance Report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Uploading: iField Performance Report has two header rows — the system skips them automatically. Template columns: INTERVIEWER_ID, REGION, FIRST_INTERVIEW, LAST_INTERVIEW, INTERVIEW_COMPLETES, FOLLOWUP_COMPLETES, ECS_COMPLETES, WORK_SUMMARY, ACCOMPANIMENTS, CANCELLED_INTERVIEWS, BACKCHECK_TELEPHONE_CREATED, BACKCHECK_F2F_CREATED, BACKCHECK_F2F_INFIELD, BACKCHECK_TOTAL, BACKCHECK_COMPLETED.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What it shows: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KPIs: Total Interviewers, Interview Completes, Accompaniments, Accompaniment Rate %, BC Completed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Gauge charts: Accompaniment rate vs target, BC completion rate vs target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Completes by Interviewer (sorted bar)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Completes by Region (bar) + Accompaniment donut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Back-check Activity Summary (bar): telephone, F2F created, F2F in-field, completed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Team Retention: interviewers active across multiple projects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Export: Excel + SAV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11. Timing Report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Uploading: Template columns: INSTANCE_ID, INTERVIEWER_ID, REGION, INTERVIEW_DATE, DURATION_MINUTES. If no Timing Report is uploaded, the tab automatically falls back to duration data from the Quality Report.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What it shows: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KPIs: Average, Median, Maximum, Minimum duration (minutes), Interviews Below 50% of Average (flagged)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Duration Distribution histogram with Average line and 50%-avg threshold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Avg Duration by Interviewer (bar)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Avg Duration by Region (bar)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Duration Trend Over Time per interviewer (line) with threshold line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Duration vs Productivity scatter (if Performance Report data exists)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Export: Excel + SAV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12. Listen-in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Logging a single session: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1. Click 'Log Single Session'.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2. Select Interviewer ID (pre-populated from Quality Report) or type manually.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3. Fill in: Listen Date, Listen Type (Telephone / F2F Accompaniment / Audio Playback), Result (Pass / Fail / Partial).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4. Note any Issues and Actions Taken.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5. Click Save Session.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Batch upload: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1. Click 'Batch Upload'.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2. Enter a Wave / Period label.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3. Download the template (columns: INSTANCE_ID, INTERVIEWER_ID, REGION, LISTEN_DATE, LISTEN_TYPE, RESULT, ISSUES_NOTED, ACTION_TAKEN).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4. Upload the filled file and click Save Batch.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What it shows: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KPIs: Approved Interviews, Listen-in Sessions, Listen-in Rate %, Target %, Pass Rate %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Gauge chart: rate vs target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Result Breakdown donut (Pass / Fail / Partial)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Listen Type Breakdown donut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Sessions by Interviewer (bar)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Daily Trend line (split by type)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Sessions with Issues table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Full session log with delete option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Export: Excel + SAV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13. Wave Comparison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This tab activates once at least one upload on any tab has a Wave / Period label set.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To populate it: when uploading any report, fill in the 'Wave / Period label' field before saving. Use consistent names across all uploads in the same wave (e.g. always 'Wave 1').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What it shows: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KPI row: Waves tracked, Total Approved, Avg Error Rate, Avg BC Rate, Avg Duration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Error Rate Trend: Estimated (rolling avg of prior waves) vs Actual + Variance bars (orange = worse, teal = better)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Back-check Rate by Wave (bar, colour-coded vs target)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Listen-in Rate by Wave (bar vs target)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Approved Interviews + Productivity (dual-axis: bar + line)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Avg Duration by Wave (area line)</a:t>
            </a:r>
          </a:p>
          <a:p>
            <a:pPr algn="l" lvl="1"/>
            <a:r>
              <a:rPr sz="1050">
                <a:solidFill>
                  <a:srgbClr val="212121"/>
                </a:solidFill>
              </a:rPr>
              <a:t>• Wave Summary Table: all metrics in one exportable view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14. Exporting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Every tab has Export to Excel (.xlsx) and Export to SAV/SPSS (.sav) buttons at the bottom of the data table.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• Excel files use Ipsos Navy header formatting and are suitable for most stakeholders.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• SAV files are compatible with SPSS and IBM Statistics for researchers and DP teams working offline.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The Admin -&gt; Upload History tab allows downloading the full upload log as Excel.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15. Typical 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12121"/>
                </a:solidFill>
              </a:rPr>
              <a:t>Step 1:  Admin creates the project (Admin -&gt; Project Management -&gt; Add New Project)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Step 2:  Admin assigns QC Officer and Project Manager to the project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Step 3:  QC Officer logs in -&gt; Dashboard -&gt; View Details on their project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Step 4:  QC Officer uploads Quality Report data (set wave label if applicable)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Step 5:  QC Officer uploads Back-check Report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Step 6:  QC Officer uploads Performance Report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Step 7:  QC Officer logs Listen-in sessions (manual or batch)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Step 8:  Project Manager / Management log in to view progress on Dashboard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Step 9:  Repeat Steps 4–7 for each subsequent wave using the same wave label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>Step 10: View Wave Comparison tab to track trends and error rate changes across waves</a:t>
            </a:r>
          </a:p>
          <a:p>
            <a:pPr algn="l"/>
            <a:r>
              <a:rPr sz="1050">
                <a:solidFill>
                  <a:srgbClr val="212121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7882"/>
                </a:solidFill>
              </a:rPr>
              <a:t>IpsosKE QC Dashboard  · 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